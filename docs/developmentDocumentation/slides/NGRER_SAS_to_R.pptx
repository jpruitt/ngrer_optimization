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67" r:id="rId4"/>
    <p:sldId id="268" r:id="rId5"/>
    <p:sldId id="269" r:id="rId6"/>
    <p:sldId id="266" r:id="rId7"/>
    <p:sldId id="257" r:id="rId8"/>
    <p:sldId id="264" r:id="rId9"/>
    <p:sldId id="258" r:id="rId10"/>
    <p:sldId id="265" r:id="rId11"/>
    <p:sldId id="259" r:id="rId12"/>
    <p:sldId id="260" r:id="rId13"/>
    <p:sldId id="261" r:id="rId14"/>
    <p:sldId id="262" r:id="rId15"/>
    <p:sldId id="263" r:id="rId16"/>
    <p:sldId id="279" r:id="rId17"/>
    <p:sldId id="271" r:id="rId18"/>
    <p:sldId id="272" r:id="rId19"/>
    <p:sldId id="273" r:id="rId20"/>
    <p:sldId id="275" r:id="rId21"/>
    <p:sldId id="277" r:id="rId22"/>
    <p:sldId id="281"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04243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2A8DC6-B0CF-42A2-BD86-79E83D1E2BAD}" v="101" dt="2025-11-20T16:04:44.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4" d="100"/>
          <a:sy n="104" d="100"/>
        </p:scale>
        <p:origin x="144"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uitt, Joseph Jackson (Joe) CTR USARMY HQDA DCS G-8 (USA)" userId="ac5b1941-c7ed-486e-ad9b-698d53fd8cec" providerId="ADAL" clId="{382A8DC6-B0CF-42A2-BD86-79E83D1E2BAD}"/>
    <pc:docChg chg="undo custSel addSld delSld modSld sldOrd">
      <pc:chgData name="Pruitt, Joseph Jackson (Joe) CTR USARMY HQDA DCS G-8 (USA)" userId="ac5b1941-c7ed-486e-ad9b-698d53fd8cec" providerId="ADAL" clId="{382A8DC6-B0CF-42A2-BD86-79E83D1E2BAD}" dt="2025-11-20T16:06:09.546" v="3367" actId="20577"/>
      <pc:docMkLst>
        <pc:docMk/>
      </pc:docMkLst>
      <pc:sldChg chg="modSp mod">
        <pc:chgData name="Pruitt, Joseph Jackson (Joe) CTR USARMY HQDA DCS G-8 (USA)" userId="ac5b1941-c7ed-486e-ad9b-698d53fd8cec" providerId="ADAL" clId="{382A8DC6-B0CF-42A2-BD86-79E83D1E2BAD}" dt="2025-11-19T18:39:11.947" v="293" actId="20577"/>
        <pc:sldMkLst>
          <pc:docMk/>
          <pc:sldMk cId="1891495381" sldId="256"/>
        </pc:sldMkLst>
        <pc:spChg chg="mod">
          <ac:chgData name="Pruitt, Joseph Jackson (Joe) CTR USARMY HQDA DCS G-8 (USA)" userId="ac5b1941-c7ed-486e-ad9b-698d53fd8cec" providerId="ADAL" clId="{382A8DC6-B0CF-42A2-BD86-79E83D1E2BAD}" dt="2025-11-19T18:39:11.947" v="293" actId="20577"/>
          <ac:spMkLst>
            <pc:docMk/>
            <pc:sldMk cId="1891495381" sldId="256"/>
            <ac:spMk id="2" creationId="{8135B874-9461-17E8-9FF7-CD9DE045657A}"/>
          </ac:spMkLst>
        </pc:spChg>
      </pc:sldChg>
      <pc:sldChg chg="addSp delSp modSp mod">
        <pc:chgData name="Pruitt, Joseph Jackson (Joe) CTR USARMY HQDA DCS G-8 (USA)" userId="ac5b1941-c7ed-486e-ad9b-698d53fd8cec" providerId="ADAL" clId="{382A8DC6-B0CF-42A2-BD86-79E83D1E2BAD}" dt="2025-11-19T19:22:02.817" v="1145" actId="1076"/>
        <pc:sldMkLst>
          <pc:docMk/>
          <pc:sldMk cId="3985987789" sldId="257"/>
        </pc:sldMkLst>
        <pc:spChg chg="mod">
          <ac:chgData name="Pruitt, Joseph Jackson (Joe) CTR USARMY HQDA DCS G-8 (USA)" userId="ac5b1941-c7ed-486e-ad9b-698d53fd8cec" providerId="ADAL" clId="{382A8DC6-B0CF-42A2-BD86-79E83D1E2BAD}" dt="2025-11-19T18:54:05.481" v="604" actId="108"/>
          <ac:spMkLst>
            <pc:docMk/>
            <pc:sldMk cId="3985987789" sldId="257"/>
            <ac:spMk id="2" creationId="{BABBA88E-BB19-5BF2-89B0-9A24455049EA}"/>
          </ac:spMkLst>
        </pc:spChg>
        <pc:spChg chg="add mod topLvl">
          <ac:chgData name="Pruitt, Joseph Jackson (Joe) CTR USARMY HQDA DCS G-8 (USA)" userId="ac5b1941-c7ed-486e-ad9b-698d53fd8cec" providerId="ADAL" clId="{382A8DC6-B0CF-42A2-BD86-79E83D1E2BAD}" dt="2025-11-19T18:37:49.329" v="273" actId="1038"/>
          <ac:spMkLst>
            <pc:docMk/>
            <pc:sldMk cId="3985987789" sldId="257"/>
            <ac:spMk id="4" creationId="{A0B0C51B-1BCD-1020-DDC2-56C9DE4EA2E5}"/>
          </ac:spMkLst>
        </pc:spChg>
        <pc:spChg chg="mod topLvl">
          <ac:chgData name="Pruitt, Joseph Jackson (Joe) CTR USARMY HQDA DCS G-8 (USA)" userId="ac5b1941-c7ed-486e-ad9b-698d53fd8cec" providerId="ADAL" clId="{382A8DC6-B0CF-42A2-BD86-79E83D1E2BAD}" dt="2025-11-19T18:37:20.669" v="263" actId="14100"/>
          <ac:spMkLst>
            <pc:docMk/>
            <pc:sldMk cId="3985987789" sldId="257"/>
            <ac:spMk id="5" creationId="{F4AC942E-D2A7-E23D-CB14-D03DB28B8161}"/>
          </ac:spMkLst>
        </pc:spChg>
        <pc:spChg chg="add mod topLvl">
          <ac:chgData name="Pruitt, Joseph Jackson (Joe) CTR USARMY HQDA DCS G-8 (USA)" userId="ac5b1941-c7ed-486e-ad9b-698d53fd8cec" providerId="ADAL" clId="{382A8DC6-B0CF-42A2-BD86-79E83D1E2BAD}" dt="2025-11-19T18:36:09.317" v="256" actId="165"/>
          <ac:spMkLst>
            <pc:docMk/>
            <pc:sldMk cId="3985987789" sldId="257"/>
            <ac:spMk id="6" creationId="{13C882D6-5BA3-DA62-E27A-A2785A516451}"/>
          </ac:spMkLst>
        </pc:spChg>
        <pc:spChg chg="add mod topLvl">
          <ac:chgData name="Pruitt, Joseph Jackson (Joe) CTR USARMY HQDA DCS G-8 (USA)" userId="ac5b1941-c7ed-486e-ad9b-698d53fd8cec" providerId="ADAL" clId="{382A8DC6-B0CF-42A2-BD86-79E83D1E2BAD}" dt="2025-11-19T18:36:09.317" v="256" actId="165"/>
          <ac:spMkLst>
            <pc:docMk/>
            <pc:sldMk cId="3985987789" sldId="257"/>
            <ac:spMk id="7" creationId="{2E3DF9D8-1F16-3BEA-BC9C-5259E0BC1C36}"/>
          </ac:spMkLst>
        </pc:spChg>
        <pc:spChg chg="add mod ord topLvl">
          <ac:chgData name="Pruitt, Joseph Jackson (Joe) CTR USARMY HQDA DCS G-8 (USA)" userId="ac5b1941-c7ed-486e-ad9b-698d53fd8cec" providerId="ADAL" clId="{382A8DC6-B0CF-42A2-BD86-79E83D1E2BAD}" dt="2025-11-19T18:37:58.644" v="274" actId="167"/>
          <ac:spMkLst>
            <pc:docMk/>
            <pc:sldMk cId="3985987789" sldId="257"/>
            <ac:spMk id="8" creationId="{88BD83F5-EA61-F8D1-F66A-44329CF5932D}"/>
          </ac:spMkLst>
        </pc:spChg>
        <pc:spChg chg="add mod topLvl">
          <ac:chgData name="Pruitt, Joseph Jackson (Joe) CTR USARMY HQDA DCS G-8 (USA)" userId="ac5b1941-c7ed-486e-ad9b-698d53fd8cec" providerId="ADAL" clId="{382A8DC6-B0CF-42A2-BD86-79E83D1E2BAD}" dt="2025-11-19T18:55:08.549" v="619" actId="404"/>
          <ac:spMkLst>
            <pc:docMk/>
            <pc:sldMk cId="3985987789" sldId="257"/>
            <ac:spMk id="10" creationId="{33193253-68E2-62E3-6324-9D81EA2BD9DF}"/>
          </ac:spMkLst>
        </pc:spChg>
        <pc:spChg chg="add mod topLvl">
          <ac:chgData name="Pruitt, Joseph Jackson (Joe) CTR USARMY HQDA DCS G-8 (USA)" userId="ac5b1941-c7ed-486e-ad9b-698d53fd8cec" providerId="ADAL" clId="{382A8DC6-B0CF-42A2-BD86-79E83D1E2BAD}" dt="2025-11-19T18:55:08.549" v="619" actId="404"/>
          <ac:spMkLst>
            <pc:docMk/>
            <pc:sldMk cId="3985987789" sldId="257"/>
            <ac:spMk id="11" creationId="{65CF9924-3A7B-166F-A1CF-3F217056D862}"/>
          </ac:spMkLst>
        </pc:spChg>
        <pc:spChg chg="mod topLvl">
          <ac:chgData name="Pruitt, Joseph Jackson (Joe) CTR USARMY HQDA DCS G-8 (USA)" userId="ac5b1941-c7ed-486e-ad9b-698d53fd8cec" providerId="ADAL" clId="{382A8DC6-B0CF-42A2-BD86-79E83D1E2BAD}" dt="2025-11-19T18:37:49.329" v="273" actId="1038"/>
          <ac:spMkLst>
            <pc:docMk/>
            <pc:sldMk cId="3985987789" sldId="257"/>
            <ac:spMk id="12" creationId="{06B9A1F9-FC92-E06A-79C8-C2277FD3AA5E}"/>
          </ac:spMkLst>
        </pc:spChg>
        <pc:spChg chg="mod topLvl">
          <ac:chgData name="Pruitt, Joseph Jackson (Joe) CTR USARMY HQDA DCS G-8 (USA)" userId="ac5b1941-c7ed-486e-ad9b-698d53fd8cec" providerId="ADAL" clId="{382A8DC6-B0CF-42A2-BD86-79E83D1E2BAD}" dt="2025-11-19T18:36:00.302" v="254" actId="165"/>
          <ac:spMkLst>
            <pc:docMk/>
            <pc:sldMk cId="3985987789" sldId="257"/>
            <ac:spMk id="13" creationId="{D1E2CFA4-FF3F-45DF-8A79-7F877FD3621A}"/>
          </ac:spMkLst>
        </pc:spChg>
        <pc:spChg chg="mod topLvl">
          <ac:chgData name="Pruitt, Joseph Jackson (Joe) CTR USARMY HQDA DCS G-8 (USA)" userId="ac5b1941-c7ed-486e-ad9b-698d53fd8cec" providerId="ADAL" clId="{382A8DC6-B0CF-42A2-BD86-79E83D1E2BAD}" dt="2025-11-19T18:36:00.302" v="254" actId="165"/>
          <ac:spMkLst>
            <pc:docMk/>
            <pc:sldMk cId="3985987789" sldId="257"/>
            <ac:spMk id="14" creationId="{71F9A3C5-7F78-BD92-D071-A66F407B4CDC}"/>
          </ac:spMkLst>
        </pc:spChg>
        <pc:spChg chg="add mod topLvl">
          <ac:chgData name="Pruitt, Joseph Jackson (Joe) CTR USARMY HQDA DCS G-8 (USA)" userId="ac5b1941-c7ed-486e-ad9b-698d53fd8cec" providerId="ADAL" clId="{382A8DC6-B0CF-42A2-BD86-79E83D1E2BAD}" dt="2025-11-19T18:55:08.549" v="619" actId="404"/>
          <ac:spMkLst>
            <pc:docMk/>
            <pc:sldMk cId="3985987789" sldId="257"/>
            <ac:spMk id="15" creationId="{0E71CD61-14EC-0BDB-BAB4-390EAE361195}"/>
          </ac:spMkLst>
        </pc:spChg>
        <pc:spChg chg="add mod topLvl">
          <ac:chgData name="Pruitt, Joseph Jackson (Joe) CTR USARMY HQDA DCS G-8 (USA)" userId="ac5b1941-c7ed-486e-ad9b-698d53fd8cec" providerId="ADAL" clId="{382A8DC6-B0CF-42A2-BD86-79E83D1E2BAD}" dt="2025-11-19T18:55:08.549" v="619" actId="404"/>
          <ac:spMkLst>
            <pc:docMk/>
            <pc:sldMk cId="3985987789" sldId="257"/>
            <ac:spMk id="16" creationId="{31AABDCA-3222-B1B5-C3FC-5CB3E48D2578}"/>
          </ac:spMkLst>
        </pc:spChg>
        <pc:spChg chg="add mod ord topLvl">
          <ac:chgData name="Pruitt, Joseph Jackson (Joe) CTR USARMY HQDA DCS G-8 (USA)" userId="ac5b1941-c7ed-486e-ad9b-698d53fd8cec" providerId="ADAL" clId="{382A8DC6-B0CF-42A2-BD86-79E83D1E2BAD}" dt="2025-11-19T18:54:32.082" v="611" actId="242"/>
          <ac:spMkLst>
            <pc:docMk/>
            <pc:sldMk cId="3985987789" sldId="257"/>
            <ac:spMk id="17" creationId="{8F31ADD2-1287-22B8-85BA-3199099A12C7}"/>
          </ac:spMkLst>
        </pc:spChg>
        <pc:spChg chg="add del mod">
          <ac:chgData name="Pruitt, Joseph Jackson (Joe) CTR USARMY HQDA DCS G-8 (USA)" userId="ac5b1941-c7ed-486e-ad9b-698d53fd8cec" providerId="ADAL" clId="{382A8DC6-B0CF-42A2-BD86-79E83D1E2BAD}" dt="2025-11-19T19:13:20.116" v="1040" actId="478"/>
          <ac:spMkLst>
            <pc:docMk/>
            <pc:sldMk cId="3985987789" sldId="257"/>
            <ac:spMk id="31" creationId="{3246ABC0-2584-E88E-A7AA-8559015BE781}"/>
          </ac:spMkLst>
        </pc:spChg>
        <pc:spChg chg="add del mod">
          <ac:chgData name="Pruitt, Joseph Jackson (Joe) CTR USARMY HQDA DCS G-8 (USA)" userId="ac5b1941-c7ed-486e-ad9b-698d53fd8cec" providerId="ADAL" clId="{382A8DC6-B0CF-42A2-BD86-79E83D1E2BAD}" dt="2025-11-19T19:13:21.865" v="1041" actId="478"/>
          <ac:spMkLst>
            <pc:docMk/>
            <pc:sldMk cId="3985987789" sldId="257"/>
            <ac:spMk id="32" creationId="{50B37378-4B55-387E-CE58-12BA6E1FD103}"/>
          </ac:spMkLst>
        </pc:spChg>
        <pc:spChg chg="add del mod">
          <ac:chgData name="Pruitt, Joseph Jackson (Joe) CTR USARMY HQDA DCS G-8 (USA)" userId="ac5b1941-c7ed-486e-ad9b-698d53fd8cec" providerId="ADAL" clId="{382A8DC6-B0CF-42A2-BD86-79E83D1E2BAD}" dt="2025-11-19T19:13:23.536" v="1042" actId="478"/>
          <ac:spMkLst>
            <pc:docMk/>
            <pc:sldMk cId="3985987789" sldId="257"/>
            <ac:spMk id="33" creationId="{9FAA60CE-064A-58B5-A1AD-F376197B4465}"/>
          </ac:spMkLst>
        </pc:spChg>
        <pc:spChg chg="add mod">
          <ac:chgData name="Pruitt, Joseph Jackson (Joe) CTR USARMY HQDA DCS G-8 (USA)" userId="ac5b1941-c7ed-486e-ad9b-698d53fd8cec" providerId="ADAL" clId="{382A8DC6-B0CF-42A2-BD86-79E83D1E2BAD}" dt="2025-11-19T19:21:23.744" v="1140" actId="1076"/>
          <ac:spMkLst>
            <pc:docMk/>
            <pc:sldMk cId="3985987789" sldId="257"/>
            <ac:spMk id="34" creationId="{4C64E6AF-A4E2-3200-BFC0-A4A88A041792}"/>
          </ac:spMkLst>
        </pc:spChg>
        <pc:spChg chg="add del mod">
          <ac:chgData name="Pruitt, Joseph Jackson (Joe) CTR USARMY HQDA DCS G-8 (USA)" userId="ac5b1941-c7ed-486e-ad9b-698d53fd8cec" providerId="ADAL" clId="{382A8DC6-B0CF-42A2-BD86-79E83D1E2BAD}" dt="2025-11-19T19:19:09.308" v="1122" actId="478"/>
          <ac:spMkLst>
            <pc:docMk/>
            <pc:sldMk cId="3985987789" sldId="257"/>
            <ac:spMk id="35" creationId="{475E5356-9839-3C7F-F8B7-D525B803E36C}"/>
          </ac:spMkLst>
        </pc:spChg>
        <pc:spChg chg="add mod">
          <ac:chgData name="Pruitt, Joseph Jackson (Joe) CTR USARMY HQDA DCS G-8 (USA)" userId="ac5b1941-c7ed-486e-ad9b-698d53fd8cec" providerId="ADAL" clId="{382A8DC6-B0CF-42A2-BD86-79E83D1E2BAD}" dt="2025-11-19T19:22:02.817" v="1145" actId="1076"/>
          <ac:spMkLst>
            <pc:docMk/>
            <pc:sldMk cId="3985987789" sldId="257"/>
            <ac:spMk id="36" creationId="{6D636DE8-441A-1904-F04D-67EDB4DF0DC7}"/>
          </ac:spMkLst>
        </pc:spChg>
        <pc:spChg chg="add del mod">
          <ac:chgData name="Pruitt, Joseph Jackson (Joe) CTR USARMY HQDA DCS G-8 (USA)" userId="ac5b1941-c7ed-486e-ad9b-698d53fd8cec" providerId="ADAL" clId="{382A8DC6-B0CF-42A2-BD86-79E83D1E2BAD}" dt="2025-11-19T19:19:47.668" v="1127" actId="478"/>
          <ac:spMkLst>
            <pc:docMk/>
            <pc:sldMk cId="3985987789" sldId="257"/>
            <ac:spMk id="37" creationId="{CCAAF2F9-AF53-8349-EADA-035021A8C707}"/>
          </ac:spMkLst>
        </pc:spChg>
        <pc:spChg chg="add mod">
          <ac:chgData name="Pruitt, Joseph Jackson (Joe) CTR USARMY HQDA DCS G-8 (USA)" userId="ac5b1941-c7ed-486e-ad9b-698d53fd8cec" providerId="ADAL" clId="{382A8DC6-B0CF-42A2-BD86-79E83D1E2BAD}" dt="2025-11-19T19:21:17.038" v="1139" actId="1076"/>
          <ac:spMkLst>
            <pc:docMk/>
            <pc:sldMk cId="3985987789" sldId="257"/>
            <ac:spMk id="38" creationId="{92202E14-4519-C389-FDED-C3A07F8ABE5F}"/>
          </ac:spMkLst>
        </pc:spChg>
        <pc:spChg chg="mod topLvl">
          <ac:chgData name="Pruitt, Joseph Jackson (Joe) CTR USARMY HQDA DCS G-8 (USA)" userId="ac5b1941-c7ed-486e-ad9b-698d53fd8cec" providerId="ADAL" clId="{382A8DC6-B0CF-42A2-BD86-79E83D1E2BAD}" dt="2025-11-19T18:36:04.668" v="255" actId="165"/>
          <ac:spMkLst>
            <pc:docMk/>
            <pc:sldMk cId="3985987789" sldId="257"/>
            <ac:spMk id="61" creationId="{5C43F339-2F4B-C91D-3731-C094578CD75A}"/>
          </ac:spMkLst>
        </pc:spChg>
        <pc:spChg chg="mod topLvl">
          <ac:chgData name="Pruitt, Joseph Jackson (Joe) CTR USARMY HQDA DCS G-8 (USA)" userId="ac5b1941-c7ed-486e-ad9b-698d53fd8cec" providerId="ADAL" clId="{382A8DC6-B0CF-42A2-BD86-79E83D1E2BAD}" dt="2025-11-19T18:36:04.668" v="255" actId="165"/>
          <ac:spMkLst>
            <pc:docMk/>
            <pc:sldMk cId="3985987789" sldId="257"/>
            <ac:spMk id="62" creationId="{90D2386A-DCBF-DDA1-1921-6C8530E2E987}"/>
          </ac:spMkLst>
        </pc:spChg>
        <pc:spChg chg="mod topLvl">
          <ac:chgData name="Pruitt, Joseph Jackson (Joe) CTR USARMY HQDA DCS G-8 (USA)" userId="ac5b1941-c7ed-486e-ad9b-698d53fd8cec" providerId="ADAL" clId="{382A8DC6-B0CF-42A2-BD86-79E83D1E2BAD}" dt="2025-11-19T18:36:04.668" v="255" actId="165"/>
          <ac:spMkLst>
            <pc:docMk/>
            <pc:sldMk cId="3985987789" sldId="257"/>
            <ac:spMk id="63" creationId="{B8FA1CAD-D76C-3FDE-267B-5B2A8019949A}"/>
          </ac:spMkLst>
        </pc:spChg>
        <pc:spChg chg="mod topLvl">
          <ac:chgData name="Pruitt, Joseph Jackson (Joe) CTR USARMY HQDA DCS G-8 (USA)" userId="ac5b1941-c7ed-486e-ad9b-698d53fd8cec" providerId="ADAL" clId="{382A8DC6-B0CF-42A2-BD86-79E83D1E2BAD}" dt="2025-11-19T18:36:04.668" v="255" actId="165"/>
          <ac:spMkLst>
            <pc:docMk/>
            <pc:sldMk cId="3985987789" sldId="257"/>
            <ac:spMk id="64" creationId="{24CDDCBB-346A-D6A1-0637-EF2ECAFCEEEC}"/>
          </ac:spMkLst>
        </pc:spChg>
        <pc:spChg chg="mod topLvl">
          <ac:chgData name="Pruitt, Joseph Jackson (Joe) CTR USARMY HQDA DCS G-8 (USA)" userId="ac5b1941-c7ed-486e-ad9b-698d53fd8cec" providerId="ADAL" clId="{382A8DC6-B0CF-42A2-BD86-79E83D1E2BAD}" dt="2025-11-19T18:36:04.668" v="255" actId="165"/>
          <ac:spMkLst>
            <pc:docMk/>
            <pc:sldMk cId="3985987789" sldId="257"/>
            <ac:spMk id="65" creationId="{4934B988-7622-C54F-EAD0-3BA8A98611CF}"/>
          </ac:spMkLst>
        </pc:spChg>
        <pc:spChg chg="mod ord topLvl">
          <ac:chgData name="Pruitt, Joseph Jackson (Joe) CTR USARMY HQDA DCS G-8 (USA)" userId="ac5b1941-c7ed-486e-ad9b-698d53fd8cec" providerId="ADAL" clId="{382A8DC6-B0CF-42A2-BD86-79E83D1E2BAD}" dt="2025-11-19T18:38:03.356" v="275" actId="167"/>
          <ac:spMkLst>
            <pc:docMk/>
            <pc:sldMk cId="3985987789" sldId="257"/>
            <ac:spMk id="67" creationId="{D711669A-5ADE-D32D-13A4-162DADBA5324}"/>
          </ac:spMkLst>
        </pc:spChg>
        <pc:spChg chg="mod topLvl">
          <ac:chgData name="Pruitt, Joseph Jackson (Joe) CTR USARMY HQDA DCS G-8 (USA)" userId="ac5b1941-c7ed-486e-ad9b-698d53fd8cec" providerId="ADAL" clId="{382A8DC6-B0CF-42A2-BD86-79E83D1E2BAD}" dt="2025-11-19T18:37:49.329" v="273" actId="1038"/>
          <ac:spMkLst>
            <pc:docMk/>
            <pc:sldMk cId="3985987789" sldId="257"/>
            <ac:spMk id="68" creationId="{7A56F664-1084-A1F9-D9FA-F0F3D07840F3}"/>
          </ac:spMkLst>
        </pc:spChg>
        <pc:spChg chg="mod topLvl">
          <ac:chgData name="Pruitt, Joseph Jackson (Joe) CTR USARMY HQDA DCS G-8 (USA)" userId="ac5b1941-c7ed-486e-ad9b-698d53fd8cec" providerId="ADAL" clId="{382A8DC6-B0CF-42A2-BD86-79E83D1E2BAD}" dt="2025-11-19T18:36:13.176" v="257" actId="165"/>
          <ac:spMkLst>
            <pc:docMk/>
            <pc:sldMk cId="3985987789" sldId="257"/>
            <ac:spMk id="69" creationId="{FDD9CED3-856F-7141-2614-381884F87817}"/>
          </ac:spMkLst>
        </pc:spChg>
        <pc:spChg chg="mod ord topLvl">
          <ac:chgData name="Pruitt, Joseph Jackson (Joe) CTR USARMY HQDA DCS G-8 (USA)" userId="ac5b1941-c7ed-486e-ad9b-698d53fd8cec" providerId="ADAL" clId="{382A8DC6-B0CF-42A2-BD86-79E83D1E2BAD}" dt="2025-11-19T18:38:06.379" v="276" actId="167"/>
          <ac:spMkLst>
            <pc:docMk/>
            <pc:sldMk cId="3985987789" sldId="257"/>
            <ac:spMk id="71" creationId="{B59307C2-E9E6-349D-A3E9-F37A85FA3FD9}"/>
          </ac:spMkLst>
        </pc:spChg>
        <pc:spChg chg="mod topLvl">
          <ac:chgData name="Pruitt, Joseph Jackson (Joe) CTR USARMY HQDA DCS G-8 (USA)" userId="ac5b1941-c7ed-486e-ad9b-698d53fd8cec" providerId="ADAL" clId="{382A8DC6-B0CF-42A2-BD86-79E83D1E2BAD}" dt="2025-11-19T18:37:49.329" v="273" actId="1038"/>
          <ac:spMkLst>
            <pc:docMk/>
            <pc:sldMk cId="3985987789" sldId="257"/>
            <ac:spMk id="72" creationId="{FC099C55-7248-E237-FFC8-EA2024E8318B}"/>
          </ac:spMkLst>
        </pc:spChg>
        <pc:spChg chg="mod topLvl">
          <ac:chgData name="Pruitt, Joseph Jackson (Joe) CTR USARMY HQDA DCS G-8 (USA)" userId="ac5b1941-c7ed-486e-ad9b-698d53fd8cec" providerId="ADAL" clId="{382A8DC6-B0CF-42A2-BD86-79E83D1E2BAD}" dt="2025-11-19T18:37:49.329" v="273" actId="1038"/>
          <ac:spMkLst>
            <pc:docMk/>
            <pc:sldMk cId="3985987789" sldId="257"/>
            <ac:spMk id="73" creationId="{64DBC15E-A998-6D25-925F-BA35B7B175FC}"/>
          </ac:spMkLst>
        </pc:spChg>
        <pc:spChg chg="mod topLvl">
          <ac:chgData name="Pruitt, Joseph Jackson (Joe) CTR USARMY HQDA DCS G-8 (USA)" userId="ac5b1941-c7ed-486e-ad9b-698d53fd8cec" providerId="ADAL" clId="{382A8DC6-B0CF-42A2-BD86-79E83D1E2BAD}" dt="2025-11-19T18:36:17.789" v="258" actId="165"/>
          <ac:spMkLst>
            <pc:docMk/>
            <pc:sldMk cId="3985987789" sldId="257"/>
            <ac:spMk id="74" creationId="{BD32ADB7-FF43-A3CE-24D7-1B7DDE75AC0B}"/>
          </ac:spMkLst>
        </pc:spChg>
        <pc:spChg chg="mod topLvl">
          <ac:chgData name="Pruitt, Joseph Jackson (Joe) CTR USARMY HQDA DCS G-8 (USA)" userId="ac5b1941-c7ed-486e-ad9b-698d53fd8cec" providerId="ADAL" clId="{382A8DC6-B0CF-42A2-BD86-79E83D1E2BAD}" dt="2025-11-19T18:36:17.789" v="258" actId="165"/>
          <ac:spMkLst>
            <pc:docMk/>
            <pc:sldMk cId="3985987789" sldId="257"/>
            <ac:spMk id="75" creationId="{F5687317-BD4D-5540-F21A-20EAB325A191}"/>
          </ac:spMkLst>
        </pc:spChg>
        <pc:spChg chg="mod ord topLvl">
          <ac:chgData name="Pruitt, Joseph Jackson (Joe) CTR USARMY HQDA DCS G-8 (USA)" userId="ac5b1941-c7ed-486e-ad9b-698d53fd8cec" providerId="ADAL" clId="{382A8DC6-B0CF-42A2-BD86-79E83D1E2BAD}" dt="2025-11-19T18:38:09.647" v="277" actId="167"/>
          <ac:spMkLst>
            <pc:docMk/>
            <pc:sldMk cId="3985987789" sldId="257"/>
            <ac:spMk id="77" creationId="{88EA2678-DC44-86FA-466A-8FA3003542F1}"/>
          </ac:spMkLst>
        </pc:spChg>
        <pc:spChg chg="mod topLvl">
          <ac:chgData name="Pruitt, Joseph Jackson (Joe) CTR USARMY HQDA DCS G-8 (USA)" userId="ac5b1941-c7ed-486e-ad9b-698d53fd8cec" providerId="ADAL" clId="{382A8DC6-B0CF-42A2-BD86-79E83D1E2BAD}" dt="2025-11-19T18:36:22.372" v="259" actId="165"/>
          <ac:spMkLst>
            <pc:docMk/>
            <pc:sldMk cId="3985987789" sldId="257"/>
            <ac:spMk id="78" creationId="{3F519F22-4239-6561-0DC7-35B8202C8CC6}"/>
          </ac:spMkLst>
        </pc:spChg>
        <pc:spChg chg="mod topLvl">
          <ac:chgData name="Pruitt, Joseph Jackson (Joe) CTR USARMY HQDA DCS G-8 (USA)" userId="ac5b1941-c7ed-486e-ad9b-698d53fd8cec" providerId="ADAL" clId="{382A8DC6-B0CF-42A2-BD86-79E83D1E2BAD}" dt="2025-11-19T18:37:49.329" v="273" actId="1038"/>
          <ac:spMkLst>
            <pc:docMk/>
            <pc:sldMk cId="3985987789" sldId="257"/>
            <ac:spMk id="79" creationId="{B3C49AEF-39A7-B562-0B2D-B039AF31F254}"/>
          </ac:spMkLst>
        </pc:spChg>
        <pc:spChg chg="mod topLvl">
          <ac:chgData name="Pruitt, Joseph Jackson (Joe) CTR USARMY HQDA DCS G-8 (USA)" userId="ac5b1941-c7ed-486e-ad9b-698d53fd8cec" providerId="ADAL" clId="{382A8DC6-B0CF-42A2-BD86-79E83D1E2BAD}" dt="2025-11-19T18:36:22.372" v="259" actId="165"/>
          <ac:spMkLst>
            <pc:docMk/>
            <pc:sldMk cId="3985987789" sldId="257"/>
            <ac:spMk id="80" creationId="{6A3E3113-F4B2-31C3-C02A-9D298B8464EA}"/>
          </ac:spMkLst>
        </pc:spChg>
        <pc:spChg chg="mod topLvl">
          <ac:chgData name="Pruitt, Joseph Jackson (Joe) CTR USARMY HQDA DCS G-8 (USA)" userId="ac5b1941-c7ed-486e-ad9b-698d53fd8cec" providerId="ADAL" clId="{382A8DC6-B0CF-42A2-BD86-79E83D1E2BAD}" dt="2025-11-19T18:36:22.372" v="259" actId="165"/>
          <ac:spMkLst>
            <pc:docMk/>
            <pc:sldMk cId="3985987789" sldId="257"/>
            <ac:spMk id="81" creationId="{4727F828-32AD-E9B0-58BB-43DBFBF54296}"/>
          </ac:spMkLst>
        </pc:spChg>
        <pc:spChg chg="mod ord topLvl">
          <ac:chgData name="Pruitt, Joseph Jackson (Joe) CTR USARMY HQDA DCS G-8 (USA)" userId="ac5b1941-c7ed-486e-ad9b-698d53fd8cec" providerId="ADAL" clId="{382A8DC6-B0CF-42A2-BD86-79E83D1E2BAD}" dt="2025-11-19T18:38:14.940" v="278" actId="167"/>
          <ac:spMkLst>
            <pc:docMk/>
            <pc:sldMk cId="3985987789" sldId="257"/>
            <ac:spMk id="83" creationId="{0BAD6A50-9D87-4880-8823-CCB4A1506FA0}"/>
          </ac:spMkLst>
        </pc:spChg>
        <pc:spChg chg="mod topLvl">
          <ac:chgData name="Pruitt, Joseph Jackson (Joe) CTR USARMY HQDA DCS G-8 (USA)" userId="ac5b1941-c7ed-486e-ad9b-698d53fd8cec" providerId="ADAL" clId="{382A8DC6-B0CF-42A2-BD86-79E83D1E2BAD}" dt="2025-11-19T18:36:27.081" v="260" actId="165"/>
          <ac:spMkLst>
            <pc:docMk/>
            <pc:sldMk cId="3985987789" sldId="257"/>
            <ac:spMk id="84" creationId="{A8ED333E-2C5E-32D8-FA12-92AECED484E8}"/>
          </ac:spMkLst>
        </pc:spChg>
        <pc:spChg chg="mod topLvl">
          <ac:chgData name="Pruitt, Joseph Jackson (Joe) CTR USARMY HQDA DCS G-8 (USA)" userId="ac5b1941-c7ed-486e-ad9b-698d53fd8cec" providerId="ADAL" clId="{382A8DC6-B0CF-42A2-BD86-79E83D1E2BAD}" dt="2025-11-19T18:36:27.081" v="260" actId="165"/>
          <ac:spMkLst>
            <pc:docMk/>
            <pc:sldMk cId="3985987789" sldId="257"/>
            <ac:spMk id="85" creationId="{41CAE58F-E4C7-FF52-E2B6-2DED54A19AB6}"/>
          </ac:spMkLst>
        </pc:spChg>
        <pc:spChg chg="mod topLvl">
          <ac:chgData name="Pruitt, Joseph Jackson (Joe) CTR USARMY HQDA DCS G-8 (USA)" userId="ac5b1941-c7ed-486e-ad9b-698d53fd8cec" providerId="ADAL" clId="{382A8DC6-B0CF-42A2-BD86-79E83D1E2BAD}" dt="2025-11-19T18:36:27.081" v="260" actId="165"/>
          <ac:spMkLst>
            <pc:docMk/>
            <pc:sldMk cId="3985987789" sldId="257"/>
            <ac:spMk id="86" creationId="{42E60CBF-C27D-4E47-6CC7-DEED96B8DA5A}"/>
          </ac:spMkLst>
        </pc:spChg>
        <pc:spChg chg="mod">
          <ac:chgData name="Pruitt, Joseph Jackson (Joe) CTR USARMY HQDA DCS G-8 (USA)" userId="ac5b1941-c7ed-486e-ad9b-698d53fd8cec" providerId="ADAL" clId="{382A8DC6-B0CF-42A2-BD86-79E83D1E2BAD}" dt="2025-11-19T18:34:11.511" v="227" actId="1076"/>
          <ac:spMkLst>
            <pc:docMk/>
            <pc:sldMk cId="3985987789" sldId="257"/>
            <ac:spMk id="102" creationId="{1F97F44D-4762-D21A-19E2-A65A43B19C55}"/>
          </ac:spMkLst>
        </pc:spChg>
        <pc:grpChg chg="add del mod">
          <ac:chgData name="Pruitt, Joseph Jackson (Joe) CTR USARMY HQDA DCS G-8 (USA)" userId="ac5b1941-c7ed-486e-ad9b-698d53fd8cec" providerId="ADAL" clId="{382A8DC6-B0CF-42A2-BD86-79E83D1E2BAD}" dt="2025-11-19T18:36:00.302" v="254" actId="165"/>
          <ac:grpSpMkLst>
            <pc:docMk/>
            <pc:sldMk cId="3985987789" sldId="257"/>
            <ac:grpSpMk id="18" creationId="{D3754619-BD29-934E-DA71-3DB8A63E2D7B}"/>
          </ac:grpSpMkLst>
        </pc:grpChg>
        <pc:grpChg chg="add del mod">
          <ac:chgData name="Pruitt, Joseph Jackson (Joe) CTR USARMY HQDA DCS G-8 (USA)" userId="ac5b1941-c7ed-486e-ad9b-698d53fd8cec" providerId="ADAL" clId="{382A8DC6-B0CF-42A2-BD86-79E83D1E2BAD}" dt="2025-11-19T18:36:04.668" v="255" actId="165"/>
          <ac:grpSpMkLst>
            <pc:docMk/>
            <pc:sldMk cId="3985987789" sldId="257"/>
            <ac:grpSpMk id="19" creationId="{FF977ABA-FD9F-9055-3258-2BCE3BB454E6}"/>
          </ac:grpSpMkLst>
        </pc:grpChg>
        <pc:grpChg chg="add del mod">
          <ac:chgData name="Pruitt, Joseph Jackson (Joe) CTR USARMY HQDA DCS G-8 (USA)" userId="ac5b1941-c7ed-486e-ad9b-698d53fd8cec" providerId="ADAL" clId="{382A8DC6-B0CF-42A2-BD86-79E83D1E2BAD}" dt="2025-11-19T18:36:09.317" v="256" actId="165"/>
          <ac:grpSpMkLst>
            <pc:docMk/>
            <pc:sldMk cId="3985987789" sldId="257"/>
            <ac:grpSpMk id="20" creationId="{CB914E72-9502-2B7F-0605-8946D7376F38}"/>
          </ac:grpSpMkLst>
        </pc:grpChg>
        <pc:grpChg chg="add del mod">
          <ac:chgData name="Pruitt, Joseph Jackson (Joe) CTR USARMY HQDA DCS G-8 (USA)" userId="ac5b1941-c7ed-486e-ad9b-698d53fd8cec" providerId="ADAL" clId="{382A8DC6-B0CF-42A2-BD86-79E83D1E2BAD}" dt="2025-11-19T18:36:13.176" v="257" actId="165"/>
          <ac:grpSpMkLst>
            <pc:docMk/>
            <pc:sldMk cId="3985987789" sldId="257"/>
            <ac:grpSpMk id="21" creationId="{E5C1D1EC-C39E-A422-9D35-E11EB421C46F}"/>
          </ac:grpSpMkLst>
        </pc:grpChg>
        <pc:grpChg chg="add del mod">
          <ac:chgData name="Pruitt, Joseph Jackson (Joe) CTR USARMY HQDA DCS G-8 (USA)" userId="ac5b1941-c7ed-486e-ad9b-698d53fd8cec" providerId="ADAL" clId="{382A8DC6-B0CF-42A2-BD86-79E83D1E2BAD}" dt="2025-11-19T18:36:17.789" v="258" actId="165"/>
          <ac:grpSpMkLst>
            <pc:docMk/>
            <pc:sldMk cId="3985987789" sldId="257"/>
            <ac:grpSpMk id="22" creationId="{2DA29D0E-EE37-2319-1212-9C39E28052D3}"/>
          </ac:grpSpMkLst>
        </pc:grpChg>
        <pc:grpChg chg="add del mod">
          <ac:chgData name="Pruitt, Joseph Jackson (Joe) CTR USARMY HQDA DCS G-8 (USA)" userId="ac5b1941-c7ed-486e-ad9b-698d53fd8cec" providerId="ADAL" clId="{382A8DC6-B0CF-42A2-BD86-79E83D1E2BAD}" dt="2025-11-19T18:36:22.372" v="259" actId="165"/>
          <ac:grpSpMkLst>
            <pc:docMk/>
            <pc:sldMk cId="3985987789" sldId="257"/>
            <ac:grpSpMk id="23" creationId="{933299C1-80D3-37BC-4529-AD9E28F533DB}"/>
          </ac:grpSpMkLst>
        </pc:grpChg>
        <pc:grpChg chg="add del mod">
          <ac:chgData name="Pruitt, Joseph Jackson (Joe) CTR USARMY HQDA DCS G-8 (USA)" userId="ac5b1941-c7ed-486e-ad9b-698d53fd8cec" providerId="ADAL" clId="{382A8DC6-B0CF-42A2-BD86-79E83D1E2BAD}" dt="2025-11-19T18:36:27.081" v="260" actId="165"/>
          <ac:grpSpMkLst>
            <pc:docMk/>
            <pc:sldMk cId="3985987789" sldId="257"/>
            <ac:grpSpMk id="24" creationId="{696CF605-5F70-1FDA-3823-37D1EADF5091}"/>
          </ac:grpSpMkLst>
        </pc:grpChg>
        <pc:grpChg chg="add del mod">
          <ac:chgData name="Pruitt, Joseph Jackson (Joe) CTR USARMY HQDA DCS G-8 (USA)" userId="ac5b1941-c7ed-486e-ad9b-698d53fd8cec" providerId="ADAL" clId="{382A8DC6-B0CF-42A2-BD86-79E83D1E2BAD}" dt="2025-11-19T18:33:38.791" v="223" actId="165"/>
          <ac:grpSpMkLst>
            <pc:docMk/>
            <pc:sldMk cId="3985987789" sldId="257"/>
            <ac:grpSpMk id="25" creationId="{163E177E-974F-5FFE-3037-1D7A35409FE7}"/>
          </ac:grpSpMkLst>
        </pc:grpChg>
        <pc:grpChg chg="add del mod">
          <ac:chgData name="Pruitt, Joseph Jackson (Joe) CTR USARMY HQDA DCS G-8 (USA)" userId="ac5b1941-c7ed-486e-ad9b-698d53fd8cec" providerId="ADAL" clId="{382A8DC6-B0CF-42A2-BD86-79E83D1E2BAD}" dt="2025-11-19T18:36:32.110" v="261" actId="165"/>
          <ac:grpSpMkLst>
            <pc:docMk/>
            <pc:sldMk cId="3985987789" sldId="257"/>
            <ac:grpSpMk id="26" creationId="{1A3B4172-B501-5D3C-B14A-99260FE323CC}"/>
          </ac:grpSpMkLst>
        </pc:grpChg>
        <pc:cxnChg chg="add mod topLvl">
          <ac:chgData name="Pruitt, Joseph Jackson (Joe) CTR USARMY HQDA DCS G-8 (USA)" userId="ac5b1941-c7ed-486e-ad9b-698d53fd8cec" providerId="ADAL" clId="{382A8DC6-B0CF-42A2-BD86-79E83D1E2BAD}" dt="2025-11-19T18:36:09.317" v="256" actId="165"/>
          <ac:cxnSpMkLst>
            <pc:docMk/>
            <pc:sldMk cId="3985987789" sldId="257"/>
            <ac:cxnSpMk id="3" creationId="{BDEDDC89-A032-03E9-B7CF-7EEA5779E171}"/>
          </ac:cxnSpMkLst>
        </pc:cxnChg>
        <pc:cxnChg chg="add del mod topLvl">
          <ac:chgData name="Pruitt, Joseph Jackson (Joe) CTR USARMY HQDA DCS G-8 (USA)" userId="ac5b1941-c7ed-486e-ad9b-698d53fd8cec" providerId="ADAL" clId="{382A8DC6-B0CF-42A2-BD86-79E83D1E2BAD}" dt="2025-11-19T18:54:57.748" v="616" actId="478"/>
          <ac:cxnSpMkLst>
            <pc:docMk/>
            <pc:sldMk cId="3985987789" sldId="257"/>
            <ac:cxnSpMk id="9" creationId="{6460362F-28F1-563C-E7A7-C72FA26A48AB}"/>
          </ac:cxnSpMkLst>
        </pc:cxnChg>
        <pc:cxnChg chg="mod topLvl">
          <ac:chgData name="Pruitt, Joseph Jackson (Joe) CTR USARMY HQDA DCS G-8 (USA)" userId="ac5b1941-c7ed-486e-ad9b-698d53fd8cec" providerId="ADAL" clId="{382A8DC6-B0CF-42A2-BD86-79E83D1E2BAD}" dt="2025-11-19T18:37:20.669" v="263" actId="14100"/>
          <ac:cxnSpMkLst>
            <pc:docMk/>
            <pc:sldMk cId="3985987789" sldId="257"/>
            <ac:cxnSpMk id="40" creationId="{10BB0864-B1B8-C56B-7BEC-4943BE77391E}"/>
          </ac:cxnSpMkLst>
        </pc:cxnChg>
        <pc:cxnChg chg="mod topLvl">
          <ac:chgData name="Pruitt, Joseph Jackson (Joe) CTR USARMY HQDA DCS G-8 (USA)" userId="ac5b1941-c7ed-486e-ad9b-698d53fd8cec" providerId="ADAL" clId="{382A8DC6-B0CF-42A2-BD86-79E83D1E2BAD}" dt="2025-11-19T18:36:04.668" v="255" actId="165"/>
          <ac:cxnSpMkLst>
            <pc:docMk/>
            <pc:sldMk cId="3985987789" sldId="257"/>
            <ac:cxnSpMk id="60" creationId="{B2244B7B-5EDE-688E-B12D-31E4742ED5F4}"/>
          </ac:cxnSpMkLst>
        </pc:cxnChg>
        <pc:cxnChg chg="mod topLvl">
          <ac:chgData name="Pruitt, Joseph Jackson (Joe) CTR USARMY HQDA DCS G-8 (USA)" userId="ac5b1941-c7ed-486e-ad9b-698d53fd8cec" providerId="ADAL" clId="{382A8DC6-B0CF-42A2-BD86-79E83D1E2BAD}" dt="2025-11-19T18:36:13.176" v="257" actId="165"/>
          <ac:cxnSpMkLst>
            <pc:docMk/>
            <pc:sldMk cId="3985987789" sldId="257"/>
            <ac:cxnSpMk id="66" creationId="{69D662D1-3B56-0B0B-04D4-A19E5BA97252}"/>
          </ac:cxnSpMkLst>
        </pc:cxnChg>
        <pc:cxnChg chg="mod topLvl">
          <ac:chgData name="Pruitt, Joseph Jackson (Joe) CTR USARMY HQDA DCS G-8 (USA)" userId="ac5b1941-c7ed-486e-ad9b-698d53fd8cec" providerId="ADAL" clId="{382A8DC6-B0CF-42A2-BD86-79E83D1E2BAD}" dt="2025-11-19T18:36:17.789" v="258" actId="165"/>
          <ac:cxnSpMkLst>
            <pc:docMk/>
            <pc:sldMk cId="3985987789" sldId="257"/>
            <ac:cxnSpMk id="70" creationId="{58F48228-E20D-9600-8F71-2314BA21C401}"/>
          </ac:cxnSpMkLst>
        </pc:cxnChg>
        <pc:cxnChg chg="mod topLvl">
          <ac:chgData name="Pruitt, Joseph Jackson (Joe) CTR USARMY HQDA DCS G-8 (USA)" userId="ac5b1941-c7ed-486e-ad9b-698d53fd8cec" providerId="ADAL" clId="{382A8DC6-B0CF-42A2-BD86-79E83D1E2BAD}" dt="2025-11-19T18:36:22.372" v="259" actId="165"/>
          <ac:cxnSpMkLst>
            <pc:docMk/>
            <pc:sldMk cId="3985987789" sldId="257"/>
            <ac:cxnSpMk id="76" creationId="{AB881364-5BDA-1993-CC29-D57712D52EEF}"/>
          </ac:cxnSpMkLst>
        </pc:cxnChg>
        <pc:cxnChg chg="mod topLvl">
          <ac:chgData name="Pruitt, Joseph Jackson (Joe) CTR USARMY HQDA DCS G-8 (USA)" userId="ac5b1941-c7ed-486e-ad9b-698d53fd8cec" providerId="ADAL" clId="{382A8DC6-B0CF-42A2-BD86-79E83D1E2BAD}" dt="2025-11-19T18:36:27.081" v="260" actId="165"/>
          <ac:cxnSpMkLst>
            <pc:docMk/>
            <pc:sldMk cId="3985987789" sldId="257"/>
            <ac:cxnSpMk id="82" creationId="{1624B13D-B9E5-C4C2-89DD-5C30C688FA92}"/>
          </ac:cxnSpMkLst>
        </pc:cxnChg>
      </pc:sldChg>
      <pc:sldChg chg="modSp mod">
        <pc:chgData name="Pruitt, Joseph Jackson (Joe) CTR USARMY HQDA DCS G-8 (USA)" userId="ac5b1941-c7ed-486e-ad9b-698d53fd8cec" providerId="ADAL" clId="{382A8DC6-B0CF-42A2-BD86-79E83D1E2BAD}" dt="2025-11-19T18:23:55.150" v="122" actId="20577"/>
        <pc:sldMkLst>
          <pc:docMk/>
          <pc:sldMk cId="3946184355" sldId="259"/>
        </pc:sldMkLst>
        <pc:spChg chg="mod">
          <ac:chgData name="Pruitt, Joseph Jackson (Joe) CTR USARMY HQDA DCS G-8 (USA)" userId="ac5b1941-c7ed-486e-ad9b-698d53fd8cec" providerId="ADAL" clId="{382A8DC6-B0CF-42A2-BD86-79E83D1E2BAD}" dt="2025-11-19T18:23:47.967" v="117" actId="20577"/>
          <ac:spMkLst>
            <pc:docMk/>
            <pc:sldMk cId="3946184355" sldId="259"/>
            <ac:spMk id="3" creationId="{30738EFF-76AF-B3FA-E3A7-C510F2E0F975}"/>
          </ac:spMkLst>
        </pc:spChg>
        <pc:spChg chg="mod">
          <ac:chgData name="Pruitt, Joseph Jackson (Joe) CTR USARMY HQDA DCS G-8 (USA)" userId="ac5b1941-c7ed-486e-ad9b-698d53fd8cec" providerId="ADAL" clId="{382A8DC6-B0CF-42A2-BD86-79E83D1E2BAD}" dt="2025-11-19T18:23:51.340" v="120" actId="20577"/>
          <ac:spMkLst>
            <pc:docMk/>
            <pc:sldMk cId="3946184355" sldId="259"/>
            <ac:spMk id="38" creationId="{53004934-D006-CCB7-B06B-CD008A0B4898}"/>
          </ac:spMkLst>
        </pc:spChg>
        <pc:spChg chg="mod">
          <ac:chgData name="Pruitt, Joseph Jackson (Joe) CTR USARMY HQDA DCS G-8 (USA)" userId="ac5b1941-c7ed-486e-ad9b-698d53fd8cec" providerId="ADAL" clId="{382A8DC6-B0CF-42A2-BD86-79E83D1E2BAD}" dt="2025-11-19T18:23:55.150" v="122" actId="20577"/>
          <ac:spMkLst>
            <pc:docMk/>
            <pc:sldMk cId="3946184355" sldId="259"/>
            <ac:spMk id="39" creationId="{20A3077F-9BD3-77E6-A4D1-975BBBCF2D83}"/>
          </ac:spMkLst>
        </pc:spChg>
      </pc:sldChg>
      <pc:sldChg chg="modSp mod">
        <pc:chgData name="Pruitt, Joseph Jackson (Joe) CTR USARMY HQDA DCS G-8 (USA)" userId="ac5b1941-c7ed-486e-ad9b-698d53fd8cec" providerId="ADAL" clId="{382A8DC6-B0CF-42A2-BD86-79E83D1E2BAD}" dt="2025-11-19T18:24:35.587" v="134" actId="20577"/>
        <pc:sldMkLst>
          <pc:docMk/>
          <pc:sldMk cId="4206500528" sldId="260"/>
        </pc:sldMkLst>
        <pc:spChg chg="mod">
          <ac:chgData name="Pruitt, Joseph Jackson (Joe) CTR USARMY HQDA DCS G-8 (USA)" userId="ac5b1941-c7ed-486e-ad9b-698d53fd8cec" providerId="ADAL" clId="{382A8DC6-B0CF-42A2-BD86-79E83D1E2BAD}" dt="2025-11-19T18:24:22.697" v="126" actId="20577"/>
          <ac:spMkLst>
            <pc:docMk/>
            <pc:sldMk cId="4206500528" sldId="260"/>
            <ac:spMk id="37" creationId="{3D9A06F7-1C9E-5137-FEE9-B055AC49682F}"/>
          </ac:spMkLst>
        </pc:spChg>
        <pc:spChg chg="mod">
          <ac:chgData name="Pruitt, Joseph Jackson (Joe) CTR USARMY HQDA DCS G-8 (USA)" userId="ac5b1941-c7ed-486e-ad9b-698d53fd8cec" providerId="ADAL" clId="{382A8DC6-B0CF-42A2-BD86-79E83D1E2BAD}" dt="2025-11-19T18:24:26.071" v="128" actId="20577"/>
          <ac:spMkLst>
            <pc:docMk/>
            <pc:sldMk cId="4206500528" sldId="260"/>
            <ac:spMk id="39" creationId="{CFEEA28B-2583-21B0-A60D-C3152F824AA1}"/>
          </ac:spMkLst>
        </pc:spChg>
        <pc:spChg chg="mod">
          <ac:chgData name="Pruitt, Joseph Jackson (Joe) CTR USARMY HQDA DCS G-8 (USA)" userId="ac5b1941-c7ed-486e-ad9b-698d53fd8cec" providerId="ADAL" clId="{382A8DC6-B0CF-42A2-BD86-79E83D1E2BAD}" dt="2025-11-19T18:24:29.475" v="130" actId="20577"/>
          <ac:spMkLst>
            <pc:docMk/>
            <pc:sldMk cId="4206500528" sldId="260"/>
            <ac:spMk id="41" creationId="{2E3D6850-54E5-9167-2350-E9BD37D16084}"/>
          </ac:spMkLst>
        </pc:spChg>
        <pc:spChg chg="mod">
          <ac:chgData name="Pruitt, Joseph Jackson (Joe) CTR USARMY HQDA DCS G-8 (USA)" userId="ac5b1941-c7ed-486e-ad9b-698d53fd8cec" providerId="ADAL" clId="{382A8DC6-B0CF-42A2-BD86-79E83D1E2BAD}" dt="2025-11-19T18:24:32.468" v="132" actId="20577"/>
          <ac:spMkLst>
            <pc:docMk/>
            <pc:sldMk cId="4206500528" sldId="260"/>
            <ac:spMk id="47" creationId="{B2A7787F-AB4D-5841-B2FA-6AE2593A84C4}"/>
          </ac:spMkLst>
        </pc:spChg>
        <pc:spChg chg="mod">
          <ac:chgData name="Pruitt, Joseph Jackson (Joe) CTR USARMY HQDA DCS G-8 (USA)" userId="ac5b1941-c7ed-486e-ad9b-698d53fd8cec" providerId="ADAL" clId="{382A8DC6-B0CF-42A2-BD86-79E83D1E2BAD}" dt="2025-11-19T18:24:35.587" v="134" actId="20577"/>
          <ac:spMkLst>
            <pc:docMk/>
            <pc:sldMk cId="4206500528" sldId="260"/>
            <ac:spMk id="48" creationId="{718BCF63-ACC1-0C68-146F-7B94ACFB23B0}"/>
          </ac:spMkLst>
        </pc:spChg>
      </pc:sldChg>
      <pc:sldChg chg="modSp mod">
        <pc:chgData name="Pruitt, Joseph Jackson (Joe) CTR USARMY HQDA DCS G-8 (USA)" userId="ac5b1941-c7ed-486e-ad9b-698d53fd8cec" providerId="ADAL" clId="{382A8DC6-B0CF-42A2-BD86-79E83D1E2BAD}" dt="2025-11-19T18:25:06.368" v="154" actId="20577"/>
        <pc:sldMkLst>
          <pc:docMk/>
          <pc:sldMk cId="1552350614" sldId="261"/>
        </pc:sldMkLst>
        <pc:spChg chg="mod">
          <ac:chgData name="Pruitt, Joseph Jackson (Joe) CTR USARMY HQDA DCS G-8 (USA)" userId="ac5b1941-c7ed-486e-ad9b-698d53fd8cec" providerId="ADAL" clId="{382A8DC6-B0CF-42A2-BD86-79E83D1E2BAD}" dt="2025-11-19T18:24:51.945" v="140" actId="20577"/>
          <ac:spMkLst>
            <pc:docMk/>
            <pc:sldMk cId="1552350614" sldId="261"/>
            <ac:spMk id="4" creationId="{96B61809-4D68-BBE9-DB59-CCCE4B9AFE00}"/>
          </ac:spMkLst>
        </pc:spChg>
        <pc:spChg chg="mod">
          <ac:chgData name="Pruitt, Joseph Jackson (Joe) CTR USARMY HQDA DCS G-8 (USA)" userId="ac5b1941-c7ed-486e-ad9b-698d53fd8cec" providerId="ADAL" clId="{382A8DC6-B0CF-42A2-BD86-79E83D1E2BAD}" dt="2025-11-19T18:24:55.702" v="142" actId="20577"/>
          <ac:spMkLst>
            <pc:docMk/>
            <pc:sldMk cId="1552350614" sldId="261"/>
            <ac:spMk id="32" creationId="{40921DE1-55D4-1619-8066-BD0C3BAEA2AD}"/>
          </ac:spMkLst>
        </pc:spChg>
        <pc:spChg chg="mod">
          <ac:chgData name="Pruitt, Joseph Jackson (Joe) CTR USARMY HQDA DCS G-8 (USA)" userId="ac5b1941-c7ed-486e-ad9b-698d53fd8cec" providerId="ADAL" clId="{382A8DC6-B0CF-42A2-BD86-79E83D1E2BAD}" dt="2025-11-19T18:24:59.293" v="146" actId="20577"/>
          <ac:spMkLst>
            <pc:docMk/>
            <pc:sldMk cId="1552350614" sldId="261"/>
            <ac:spMk id="39" creationId="{CDF011E2-3659-0DF7-52FF-7BCB6F5B3253}"/>
          </ac:spMkLst>
        </pc:spChg>
        <pc:spChg chg="mod">
          <ac:chgData name="Pruitt, Joseph Jackson (Joe) CTR USARMY HQDA DCS G-8 (USA)" userId="ac5b1941-c7ed-486e-ad9b-698d53fd8cec" providerId="ADAL" clId="{382A8DC6-B0CF-42A2-BD86-79E83D1E2BAD}" dt="2025-11-19T18:25:03.229" v="150" actId="20577"/>
          <ac:spMkLst>
            <pc:docMk/>
            <pc:sldMk cId="1552350614" sldId="261"/>
            <ac:spMk id="41" creationId="{74C9ACE8-6ECA-BFFB-A815-8E34596194AC}"/>
          </ac:spMkLst>
        </pc:spChg>
        <pc:spChg chg="mod">
          <ac:chgData name="Pruitt, Joseph Jackson (Joe) CTR USARMY HQDA DCS G-8 (USA)" userId="ac5b1941-c7ed-486e-ad9b-698d53fd8cec" providerId="ADAL" clId="{382A8DC6-B0CF-42A2-BD86-79E83D1E2BAD}" dt="2025-11-19T18:25:06.368" v="154" actId="20577"/>
          <ac:spMkLst>
            <pc:docMk/>
            <pc:sldMk cId="1552350614" sldId="261"/>
            <ac:spMk id="47" creationId="{E5165D97-A9C6-467D-0A10-00EB4B74C3C2}"/>
          </ac:spMkLst>
        </pc:spChg>
      </pc:sldChg>
      <pc:sldChg chg="modSp mod">
        <pc:chgData name="Pruitt, Joseph Jackson (Joe) CTR USARMY HQDA DCS G-8 (USA)" userId="ac5b1941-c7ed-486e-ad9b-698d53fd8cec" providerId="ADAL" clId="{382A8DC6-B0CF-42A2-BD86-79E83D1E2BAD}" dt="2025-11-19T18:25:34.240" v="170" actId="20577"/>
        <pc:sldMkLst>
          <pc:docMk/>
          <pc:sldMk cId="673631479" sldId="262"/>
        </pc:sldMkLst>
        <pc:spChg chg="mod">
          <ac:chgData name="Pruitt, Joseph Jackson (Joe) CTR USARMY HQDA DCS G-8 (USA)" userId="ac5b1941-c7ed-486e-ad9b-698d53fd8cec" providerId="ADAL" clId="{382A8DC6-B0CF-42A2-BD86-79E83D1E2BAD}" dt="2025-11-19T18:25:21.040" v="160" actId="20577"/>
          <ac:spMkLst>
            <pc:docMk/>
            <pc:sldMk cId="673631479" sldId="262"/>
            <ac:spMk id="7" creationId="{A10AD5D9-A06C-0CBB-C5DF-CC3AC95FA04C}"/>
          </ac:spMkLst>
        </pc:spChg>
        <pc:spChg chg="mod">
          <ac:chgData name="Pruitt, Joseph Jackson (Joe) CTR USARMY HQDA DCS G-8 (USA)" userId="ac5b1941-c7ed-486e-ad9b-698d53fd8cec" providerId="ADAL" clId="{382A8DC6-B0CF-42A2-BD86-79E83D1E2BAD}" dt="2025-11-19T18:25:24.161" v="164" actId="20577"/>
          <ac:spMkLst>
            <pc:docMk/>
            <pc:sldMk cId="673631479" sldId="262"/>
            <ac:spMk id="41" creationId="{BF98363F-1D49-41C4-AE26-1DD49295A837}"/>
          </ac:spMkLst>
        </pc:spChg>
        <pc:spChg chg="mod">
          <ac:chgData name="Pruitt, Joseph Jackson (Joe) CTR USARMY HQDA DCS G-8 (USA)" userId="ac5b1941-c7ed-486e-ad9b-698d53fd8cec" providerId="ADAL" clId="{382A8DC6-B0CF-42A2-BD86-79E83D1E2BAD}" dt="2025-11-19T18:25:28.080" v="166" actId="20577"/>
          <ac:spMkLst>
            <pc:docMk/>
            <pc:sldMk cId="673631479" sldId="262"/>
            <ac:spMk id="47" creationId="{D4040C98-2381-0000-1A63-3839FB417DFC}"/>
          </ac:spMkLst>
        </pc:spChg>
        <pc:spChg chg="mod">
          <ac:chgData name="Pruitt, Joseph Jackson (Joe) CTR USARMY HQDA DCS G-8 (USA)" userId="ac5b1941-c7ed-486e-ad9b-698d53fd8cec" providerId="ADAL" clId="{382A8DC6-B0CF-42A2-BD86-79E83D1E2BAD}" dt="2025-11-19T18:25:34.240" v="170" actId="20577"/>
          <ac:spMkLst>
            <pc:docMk/>
            <pc:sldMk cId="673631479" sldId="262"/>
            <ac:spMk id="48" creationId="{21FDA39C-4FAD-CEB2-8087-77E8934187E2}"/>
          </ac:spMkLst>
        </pc:spChg>
      </pc:sldChg>
      <pc:sldChg chg="delSp modSp mod">
        <pc:chgData name="Pruitt, Joseph Jackson (Joe) CTR USARMY HQDA DCS G-8 (USA)" userId="ac5b1941-c7ed-486e-ad9b-698d53fd8cec" providerId="ADAL" clId="{382A8DC6-B0CF-42A2-BD86-79E83D1E2BAD}" dt="2025-11-19T18:53:55.582" v="602" actId="165"/>
        <pc:sldMkLst>
          <pc:docMk/>
          <pc:sldMk cId="1970053598" sldId="263"/>
        </pc:sldMkLst>
        <pc:spChg chg="mod topLvl">
          <ac:chgData name="Pruitt, Joseph Jackson (Joe) CTR USARMY HQDA DCS G-8 (USA)" userId="ac5b1941-c7ed-486e-ad9b-698d53fd8cec" providerId="ADAL" clId="{382A8DC6-B0CF-42A2-BD86-79E83D1E2BAD}" dt="2025-11-19T18:53:55.582" v="602" actId="165"/>
          <ac:spMkLst>
            <pc:docMk/>
            <pc:sldMk cId="1970053598" sldId="263"/>
            <ac:spMk id="6" creationId="{6699EB94-6F8C-6051-7969-016ABB6EFB45}"/>
          </ac:spMkLst>
        </pc:spChg>
        <pc:spChg chg="mod topLvl">
          <ac:chgData name="Pruitt, Joseph Jackson (Joe) CTR USARMY HQDA DCS G-8 (USA)" userId="ac5b1941-c7ed-486e-ad9b-698d53fd8cec" providerId="ADAL" clId="{382A8DC6-B0CF-42A2-BD86-79E83D1E2BAD}" dt="2025-11-19T18:53:55.582" v="602" actId="165"/>
          <ac:spMkLst>
            <pc:docMk/>
            <pc:sldMk cId="1970053598" sldId="263"/>
            <ac:spMk id="33" creationId="{4D4BB927-9229-D22B-2F2F-5AF87EAD44C3}"/>
          </ac:spMkLst>
        </pc:spChg>
        <pc:spChg chg="mod topLvl">
          <ac:chgData name="Pruitt, Joseph Jackson (Joe) CTR USARMY HQDA DCS G-8 (USA)" userId="ac5b1941-c7ed-486e-ad9b-698d53fd8cec" providerId="ADAL" clId="{382A8DC6-B0CF-42A2-BD86-79E83D1E2BAD}" dt="2025-11-19T18:53:55.582" v="602" actId="165"/>
          <ac:spMkLst>
            <pc:docMk/>
            <pc:sldMk cId="1970053598" sldId="263"/>
            <ac:spMk id="34" creationId="{8AE6BC4D-2AB5-2EBA-8063-D55D9B125CFF}"/>
          </ac:spMkLst>
        </pc:spChg>
        <pc:spChg chg="mod topLvl">
          <ac:chgData name="Pruitt, Joseph Jackson (Joe) CTR USARMY HQDA DCS G-8 (USA)" userId="ac5b1941-c7ed-486e-ad9b-698d53fd8cec" providerId="ADAL" clId="{382A8DC6-B0CF-42A2-BD86-79E83D1E2BAD}" dt="2025-11-19T18:53:55.582" v="602" actId="165"/>
          <ac:spMkLst>
            <pc:docMk/>
            <pc:sldMk cId="1970053598" sldId="263"/>
            <ac:spMk id="35" creationId="{95E42D04-0D16-3415-A8FA-56FCC0BB06B1}"/>
          </ac:spMkLst>
        </pc:spChg>
        <pc:spChg chg="mod topLvl">
          <ac:chgData name="Pruitt, Joseph Jackson (Joe) CTR USARMY HQDA DCS G-8 (USA)" userId="ac5b1941-c7ed-486e-ad9b-698d53fd8cec" providerId="ADAL" clId="{382A8DC6-B0CF-42A2-BD86-79E83D1E2BAD}" dt="2025-11-19T18:53:55.582" v="602" actId="165"/>
          <ac:spMkLst>
            <pc:docMk/>
            <pc:sldMk cId="1970053598" sldId="263"/>
            <ac:spMk id="36" creationId="{23F3E148-95A1-E8F6-DD5F-03C3BE68DBB9}"/>
          </ac:spMkLst>
        </pc:spChg>
        <pc:grpChg chg="del">
          <ac:chgData name="Pruitt, Joseph Jackson (Joe) CTR USARMY HQDA DCS G-8 (USA)" userId="ac5b1941-c7ed-486e-ad9b-698d53fd8cec" providerId="ADAL" clId="{382A8DC6-B0CF-42A2-BD86-79E83D1E2BAD}" dt="2025-11-19T18:53:55.582" v="602" actId="165"/>
          <ac:grpSpMkLst>
            <pc:docMk/>
            <pc:sldMk cId="1970053598" sldId="263"/>
            <ac:grpSpMk id="3" creationId="{04D5442F-354F-6F9C-7FAC-DF0D77167CE6}"/>
          </ac:grpSpMkLst>
        </pc:grpChg>
      </pc:sldChg>
      <pc:sldChg chg="addSp delSp modSp mod">
        <pc:chgData name="Pruitt, Joseph Jackson (Joe) CTR USARMY HQDA DCS G-8 (USA)" userId="ac5b1941-c7ed-486e-ad9b-698d53fd8cec" providerId="ADAL" clId="{382A8DC6-B0CF-42A2-BD86-79E83D1E2BAD}" dt="2025-11-19T19:22:35.458" v="1149" actId="1076"/>
        <pc:sldMkLst>
          <pc:docMk/>
          <pc:sldMk cId="4159614018" sldId="264"/>
        </pc:sldMkLst>
        <pc:spChg chg="add del mod">
          <ac:chgData name="Pruitt, Joseph Jackson (Joe) CTR USARMY HQDA DCS G-8 (USA)" userId="ac5b1941-c7ed-486e-ad9b-698d53fd8cec" providerId="ADAL" clId="{382A8DC6-B0CF-42A2-BD86-79E83D1E2BAD}" dt="2025-11-19T18:23:09.284" v="77" actId="21"/>
          <ac:spMkLst>
            <pc:docMk/>
            <pc:sldMk cId="4159614018" sldId="264"/>
            <ac:spMk id="5" creationId="{0ACF7D6A-3305-80CD-802D-E2755E2D8E27}"/>
          </ac:spMkLst>
        </pc:spChg>
        <pc:spChg chg="add del mod">
          <ac:chgData name="Pruitt, Joseph Jackson (Joe) CTR USARMY HQDA DCS G-8 (USA)" userId="ac5b1941-c7ed-486e-ad9b-698d53fd8cec" providerId="ADAL" clId="{382A8DC6-B0CF-42A2-BD86-79E83D1E2BAD}" dt="2025-11-19T18:23:09.284" v="77" actId="21"/>
          <ac:spMkLst>
            <pc:docMk/>
            <pc:sldMk cId="4159614018" sldId="264"/>
            <ac:spMk id="11" creationId="{E523B652-394D-8BC3-39AD-BD1A0F69C8E7}"/>
          </ac:spMkLst>
        </pc:spChg>
        <pc:spChg chg="add mod">
          <ac:chgData name="Pruitt, Joseph Jackson (Joe) CTR USARMY HQDA DCS G-8 (USA)" userId="ac5b1941-c7ed-486e-ad9b-698d53fd8cec" providerId="ADAL" clId="{382A8DC6-B0CF-42A2-BD86-79E83D1E2BAD}" dt="2025-11-19T19:12:39.350" v="1037" actId="1076"/>
          <ac:spMkLst>
            <pc:docMk/>
            <pc:sldMk cId="4159614018" sldId="264"/>
            <ac:spMk id="12" creationId="{055CA274-52F4-3315-01C0-5F8496B3B553}"/>
          </ac:spMkLst>
        </pc:spChg>
        <pc:spChg chg="add del mod">
          <ac:chgData name="Pruitt, Joseph Jackson (Joe) CTR USARMY HQDA DCS G-8 (USA)" userId="ac5b1941-c7ed-486e-ad9b-698d53fd8cec" providerId="ADAL" clId="{382A8DC6-B0CF-42A2-BD86-79E83D1E2BAD}" dt="2025-11-19T19:22:12.808" v="1146" actId="478"/>
          <ac:spMkLst>
            <pc:docMk/>
            <pc:sldMk cId="4159614018" sldId="264"/>
            <ac:spMk id="13" creationId="{31E95FE4-E5EF-FDE6-220D-0AAA5FFAF93A}"/>
          </ac:spMkLst>
        </pc:spChg>
        <pc:spChg chg="add mod">
          <ac:chgData name="Pruitt, Joseph Jackson (Joe) CTR USARMY HQDA DCS G-8 (USA)" userId="ac5b1941-c7ed-486e-ad9b-698d53fd8cec" providerId="ADAL" clId="{382A8DC6-B0CF-42A2-BD86-79E83D1E2BAD}" dt="2025-11-19T19:22:35.458" v="1149" actId="1076"/>
          <ac:spMkLst>
            <pc:docMk/>
            <pc:sldMk cId="4159614018" sldId="264"/>
            <ac:spMk id="14" creationId="{62A1F762-A08F-971B-A115-F81DE6EFF69E}"/>
          </ac:spMkLst>
        </pc:spChg>
        <pc:spChg chg="add mod">
          <ac:chgData name="Pruitt, Joseph Jackson (Joe) CTR USARMY HQDA DCS G-8 (USA)" userId="ac5b1941-c7ed-486e-ad9b-698d53fd8cec" providerId="ADAL" clId="{382A8DC6-B0CF-42A2-BD86-79E83D1E2BAD}" dt="2025-11-19T19:22:25.795" v="1148" actId="1076"/>
          <ac:spMkLst>
            <pc:docMk/>
            <pc:sldMk cId="4159614018" sldId="264"/>
            <ac:spMk id="15" creationId="{B8C7B886-6EE1-3897-6ED7-14EE3B9CB4B0}"/>
          </ac:spMkLst>
        </pc:spChg>
        <pc:spChg chg="add del mod">
          <ac:chgData name="Pruitt, Joseph Jackson (Joe) CTR USARMY HQDA DCS G-8 (USA)" userId="ac5b1941-c7ed-486e-ad9b-698d53fd8cec" providerId="ADAL" clId="{382A8DC6-B0CF-42A2-BD86-79E83D1E2BAD}" dt="2025-11-19T18:23:09.284" v="77" actId="21"/>
          <ac:spMkLst>
            <pc:docMk/>
            <pc:sldMk cId="4159614018" sldId="264"/>
            <ac:spMk id="32" creationId="{F3A13750-8248-4F57-8931-749559B4DEF5}"/>
          </ac:spMkLst>
        </pc:spChg>
        <pc:spChg chg="add del mod">
          <ac:chgData name="Pruitt, Joseph Jackson (Joe) CTR USARMY HQDA DCS G-8 (USA)" userId="ac5b1941-c7ed-486e-ad9b-698d53fd8cec" providerId="ADAL" clId="{382A8DC6-B0CF-42A2-BD86-79E83D1E2BAD}" dt="2025-11-19T18:23:09.284" v="77" actId="21"/>
          <ac:spMkLst>
            <pc:docMk/>
            <pc:sldMk cId="4159614018" sldId="264"/>
            <ac:spMk id="39" creationId="{1B9C25EB-496F-E91A-9CA9-2BB826DD4ECF}"/>
          </ac:spMkLst>
        </pc:spChg>
        <pc:spChg chg="add del mod">
          <ac:chgData name="Pruitt, Joseph Jackson (Joe) CTR USARMY HQDA DCS G-8 (USA)" userId="ac5b1941-c7ed-486e-ad9b-698d53fd8cec" providerId="ADAL" clId="{382A8DC6-B0CF-42A2-BD86-79E83D1E2BAD}" dt="2025-11-19T18:23:09.284" v="77" actId="21"/>
          <ac:spMkLst>
            <pc:docMk/>
            <pc:sldMk cId="4159614018" sldId="264"/>
            <ac:spMk id="41" creationId="{4C9DF316-6BD6-7CCD-0294-288CD6C25503}"/>
          </ac:spMkLst>
        </pc:spChg>
        <pc:spChg chg="add del mod">
          <ac:chgData name="Pruitt, Joseph Jackson (Joe) CTR USARMY HQDA DCS G-8 (USA)" userId="ac5b1941-c7ed-486e-ad9b-698d53fd8cec" providerId="ADAL" clId="{382A8DC6-B0CF-42A2-BD86-79E83D1E2BAD}" dt="2025-11-19T18:23:09.284" v="77" actId="21"/>
          <ac:spMkLst>
            <pc:docMk/>
            <pc:sldMk cId="4159614018" sldId="264"/>
            <ac:spMk id="47" creationId="{DBF8E906-6F3F-68BB-4BE8-773CA627159E}"/>
          </ac:spMkLst>
        </pc:spChg>
      </pc:sldChg>
      <pc:sldChg chg="addSp delSp modSp add mod">
        <pc:chgData name="Pruitt, Joseph Jackson (Joe) CTR USARMY HQDA DCS G-8 (USA)" userId="ac5b1941-c7ed-486e-ad9b-698d53fd8cec" providerId="ADAL" clId="{382A8DC6-B0CF-42A2-BD86-79E83D1E2BAD}" dt="2025-11-19T18:28:01.575" v="192" actId="404"/>
        <pc:sldMkLst>
          <pc:docMk/>
          <pc:sldMk cId="774298708" sldId="265"/>
        </pc:sldMkLst>
        <pc:spChg chg="mod">
          <ac:chgData name="Pruitt, Joseph Jackson (Joe) CTR USARMY HQDA DCS G-8 (USA)" userId="ac5b1941-c7ed-486e-ad9b-698d53fd8cec" providerId="ADAL" clId="{382A8DC6-B0CF-42A2-BD86-79E83D1E2BAD}" dt="2025-11-19T18:16:52.821" v="2" actId="20577"/>
          <ac:spMkLst>
            <pc:docMk/>
            <pc:sldMk cId="774298708" sldId="265"/>
            <ac:spMk id="2" creationId="{26580D39-AA6A-B66E-9591-6AC2CCA68284}"/>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3" creationId="{0ACF7D6A-3305-80CD-802D-E2755E2D8E27}"/>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4" creationId="{E523B652-394D-8BC3-39AD-BD1A0F69C8E7}"/>
          </ac:spMkLst>
        </pc:spChg>
        <pc:spChg chg="add mod">
          <ac:chgData name="Pruitt, Joseph Jackson (Joe) CTR USARMY HQDA DCS G-8 (USA)" userId="ac5b1941-c7ed-486e-ad9b-698d53fd8cec" providerId="ADAL" clId="{382A8DC6-B0CF-42A2-BD86-79E83D1E2BAD}" dt="2025-11-19T18:28:01.575" v="192" actId="404"/>
          <ac:spMkLst>
            <pc:docMk/>
            <pc:sldMk cId="774298708" sldId="265"/>
            <ac:spMk id="5" creationId="{0ACF7D6A-3305-80CD-802D-E2755E2D8E27}"/>
          </ac:spMkLst>
        </pc:spChg>
        <pc:spChg chg="add mod">
          <ac:chgData name="Pruitt, Joseph Jackson (Joe) CTR USARMY HQDA DCS G-8 (USA)" userId="ac5b1941-c7ed-486e-ad9b-698d53fd8cec" providerId="ADAL" clId="{382A8DC6-B0CF-42A2-BD86-79E83D1E2BAD}" dt="2025-11-19T18:28:01.575" v="192" actId="404"/>
          <ac:spMkLst>
            <pc:docMk/>
            <pc:sldMk cId="774298708" sldId="265"/>
            <ac:spMk id="6" creationId="{F3A13750-8248-4F57-8931-749559B4DEF5}"/>
          </ac:spMkLst>
        </pc:spChg>
        <pc:spChg chg="add mod">
          <ac:chgData name="Pruitt, Joseph Jackson (Joe) CTR USARMY HQDA DCS G-8 (USA)" userId="ac5b1941-c7ed-486e-ad9b-698d53fd8cec" providerId="ADAL" clId="{382A8DC6-B0CF-42A2-BD86-79E83D1E2BAD}" dt="2025-11-19T18:23:31.117" v="112" actId="1076"/>
          <ac:spMkLst>
            <pc:docMk/>
            <pc:sldMk cId="774298708" sldId="265"/>
            <ac:spMk id="7" creationId="{1B9C25EB-496F-E91A-9CA9-2BB826DD4ECF}"/>
          </ac:spMkLst>
        </pc:spChg>
        <pc:spChg chg="add mod">
          <ac:chgData name="Pruitt, Joseph Jackson (Joe) CTR USARMY HQDA DCS G-8 (USA)" userId="ac5b1941-c7ed-486e-ad9b-698d53fd8cec" providerId="ADAL" clId="{382A8DC6-B0CF-42A2-BD86-79E83D1E2BAD}" dt="2025-11-19T18:23:31.117" v="112" actId="1076"/>
          <ac:spMkLst>
            <pc:docMk/>
            <pc:sldMk cId="774298708" sldId="265"/>
            <ac:spMk id="8" creationId="{4C9DF316-6BD6-7CCD-0294-288CD6C25503}"/>
          </ac:spMkLst>
        </pc:spChg>
        <pc:spChg chg="add mod">
          <ac:chgData name="Pruitt, Joseph Jackson (Joe) CTR USARMY HQDA DCS G-8 (USA)" userId="ac5b1941-c7ed-486e-ad9b-698d53fd8cec" providerId="ADAL" clId="{382A8DC6-B0CF-42A2-BD86-79E83D1E2BAD}" dt="2025-11-19T18:23:31.117" v="112" actId="1076"/>
          <ac:spMkLst>
            <pc:docMk/>
            <pc:sldMk cId="774298708" sldId="265"/>
            <ac:spMk id="9" creationId="{DBF8E906-6F3F-68BB-4BE8-773CA627159E}"/>
          </ac:spMkLst>
        </pc:spChg>
        <pc:spChg chg="add mod">
          <ac:chgData name="Pruitt, Joseph Jackson (Joe) CTR USARMY HQDA DCS G-8 (USA)" userId="ac5b1941-c7ed-486e-ad9b-698d53fd8cec" providerId="ADAL" clId="{382A8DC6-B0CF-42A2-BD86-79E83D1E2BAD}" dt="2025-11-19T18:28:01.575" v="192" actId="404"/>
          <ac:spMkLst>
            <pc:docMk/>
            <pc:sldMk cId="774298708" sldId="265"/>
            <ac:spMk id="11" creationId="{E523B652-394D-8BC3-39AD-BD1A0F69C8E7}"/>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32" creationId="{F3A13750-8248-4F57-8931-749559B4DEF5}"/>
          </ac:spMkLst>
        </pc:spChg>
        <pc:spChg chg="mod">
          <ac:chgData name="Pruitt, Joseph Jackson (Joe) CTR USARMY HQDA DCS G-8 (USA)" userId="ac5b1941-c7ed-486e-ad9b-698d53fd8cec" providerId="ADAL" clId="{382A8DC6-B0CF-42A2-BD86-79E83D1E2BAD}" dt="2025-11-19T18:17:10.532" v="6" actId="20577"/>
          <ac:spMkLst>
            <pc:docMk/>
            <pc:sldMk cId="774298708" sldId="265"/>
            <ac:spMk id="37" creationId="{881A0B52-25C9-9ED5-7B22-844414600596}"/>
          </ac:spMkLst>
        </pc:spChg>
        <pc:spChg chg="del">
          <ac:chgData name="Pruitt, Joseph Jackson (Joe) CTR USARMY HQDA DCS G-8 (USA)" userId="ac5b1941-c7ed-486e-ad9b-698d53fd8cec" providerId="ADAL" clId="{382A8DC6-B0CF-42A2-BD86-79E83D1E2BAD}" dt="2025-11-19T18:22:09.045" v="68" actId="478"/>
          <ac:spMkLst>
            <pc:docMk/>
            <pc:sldMk cId="774298708" sldId="265"/>
            <ac:spMk id="38" creationId="{9843F80A-0414-56E1-46F9-A1E96DDD5241}"/>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39" creationId="{1B9C25EB-496F-E91A-9CA9-2BB826DD4ECF}"/>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41" creationId="{4C9DF316-6BD6-7CCD-0294-288CD6C25503}"/>
          </ac:spMkLst>
        </pc:spChg>
        <pc:spChg chg="del mod">
          <ac:chgData name="Pruitt, Joseph Jackson (Joe) CTR USARMY HQDA DCS G-8 (USA)" userId="ac5b1941-c7ed-486e-ad9b-698d53fd8cec" providerId="ADAL" clId="{382A8DC6-B0CF-42A2-BD86-79E83D1E2BAD}" dt="2025-11-19T18:22:27.254" v="70" actId="21"/>
          <ac:spMkLst>
            <pc:docMk/>
            <pc:sldMk cId="774298708" sldId="265"/>
            <ac:spMk id="47" creationId="{DBF8E906-6F3F-68BB-4BE8-773CA627159E}"/>
          </ac:spMkLst>
        </pc:spChg>
        <pc:spChg chg="del">
          <ac:chgData name="Pruitt, Joseph Jackson (Joe) CTR USARMY HQDA DCS G-8 (USA)" userId="ac5b1941-c7ed-486e-ad9b-698d53fd8cec" providerId="ADAL" clId="{382A8DC6-B0CF-42A2-BD86-79E83D1E2BAD}" dt="2025-11-19T18:22:10.493" v="69" actId="478"/>
          <ac:spMkLst>
            <pc:docMk/>
            <pc:sldMk cId="774298708" sldId="265"/>
            <ac:spMk id="48" creationId="{9C4F0907-1497-FC98-EAF3-93D2534001B9}"/>
          </ac:spMkLst>
        </pc:spChg>
      </pc:sldChg>
      <pc:sldChg chg="addSp delSp modSp new mod">
        <pc:chgData name="Pruitt, Joseph Jackson (Joe) CTR USARMY HQDA DCS G-8 (USA)" userId="ac5b1941-c7ed-486e-ad9b-698d53fd8cec" providerId="ADAL" clId="{382A8DC6-B0CF-42A2-BD86-79E83D1E2BAD}" dt="2025-11-19T19:23:54.917" v="1163" actId="113"/>
        <pc:sldMkLst>
          <pc:docMk/>
          <pc:sldMk cId="1731755498" sldId="266"/>
        </pc:sldMkLst>
        <pc:spChg chg="mod">
          <ac:chgData name="Pruitt, Joseph Jackson (Joe) CTR USARMY HQDA DCS G-8 (USA)" userId="ac5b1941-c7ed-486e-ad9b-698d53fd8cec" providerId="ADAL" clId="{382A8DC6-B0CF-42A2-BD86-79E83D1E2BAD}" dt="2025-11-19T18:39:02.296" v="281"/>
          <ac:spMkLst>
            <pc:docMk/>
            <pc:sldMk cId="1731755498" sldId="266"/>
            <ac:spMk id="2" creationId="{13AF0533-EC7E-CEC6-0D78-0BD84B3C03D0}"/>
          </ac:spMkLst>
        </pc:spChg>
        <pc:spChg chg="mod">
          <ac:chgData name="Pruitt, Joseph Jackson (Joe) CTR USARMY HQDA DCS G-8 (USA)" userId="ac5b1941-c7ed-486e-ad9b-698d53fd8cec" providerId="ADAL" clId="{382A8DC6-B0CF-42A2-BD86-79E83D1E2BAD}" dt="2025-11-19T19:23:54.917" v="1163" actId="113"/>
          <ac:spMkLst>
            <pc:docMk/>
            <pc:sldMk cId="1731755498" sldId="266"/>
            <ac:spMk id="3" creationId="{8E2DEE16-EFC7-ECBC-24B2-47B6D58FB06F}"/>
          </ac:spMkLst>
        </pc:spChg>
        <pc:spChg chg="add mod">
          <ac:chgData name="Pruitt, Joseph Jackson (Joe) CTR USARMY HQDA DCS G-8 (USA)" userId="ac5b1941-c7ed-486e-ad9b-698d53fd8cec" providerId="ADAL" clId="{382A8DC6-B0CF-42A2-BD86-79E83D1E2BAD}" dt="2025-11-19T19:02:20.818" v="878" actId="12"/>
          <ac:spMkLst>
            <pc:docMk/>
            <pc:sldMk cId="1731755498" sldId="266"/>
            <ac:spMk id="5" creationId="{AB639A86-F963-D61B-2CA0-3A0CAB9E1F20}"/>
          </ac:spMkLst>
        </pc:spChg>
        <pc:spChg chg="add mod">
          <ac:chgData name="Pruitt, Joseph Jackson (Joe) CTR USARMY HQDA DCS G-8 (USA)" userId="ac5b1941-c7ed-486e-ad9b-698d53fd8cec" providerId="ADAL" clId="{382A8DC6-B0CF-42A2-BD86-79E83D1E2BAD}" dt="2025-11-19T19:00:14.807" v="675" actId="113"/>
          <ac:spMkLst>
            <pc:docMk/>
            <pc:sldMk cId="1731755498" sldId="266"/>
            <ac:spMk id="7" creationId="{FD937C59-D481-7235-4B1F-818655617E01}"/>
          </ac:spMkLst>
        </pc:spChg>
        <pc:spChg chg="add mod">
          <ac:chgData name="Pruitt, Joseph Jackson (Joe) CTR USARMY HQDA DCS G-8 (USA)" userId="ac5b1941-c7ed-486e-ad9b-698d53fd8cec" providerId="ADAL" clId="{382A8DC6-B0CF-42A2-BD86-79E83D1E2BAD}" dt="2025-11-19T19:08:56.779" v="1016" actId="1037"/>
          <ac:spMkLst>
            <pc:docMk/>
            <pc:sldMk cId="1731755498" sldId="266"/>
            <ac:spMk id="8" creationId="{E41E0414-A709-31A6-1146-554085CF6614}"/>
          </ac:spMkLst>
        </pc:spChg>
        <pc:spChg chg="add del mod">
          <ac:chgData name="Pruitt, Joseph Jackson (Joe) CTR USARMY HQDA DCS G-8 (USA)" userId="ac5b1941-c7ed-486e-ad9b-698d53fd8cec" providerId="ADAL" clId="{382A8DC6-B0CF-42A2-BD86-79E83D1E2BAD}" dt="2025-11-19T19:22:45.298" v="1150" actId="478"/>
          <ac:spMkLst>
            <pc:docMk/>
            <pc:sldMk cId="1731755498" sldId="266"/>
            <ac:spMk id="9" creationId="{7C8FE12C-0EB9-533C-E469-3CDEC175F525}"/>
          </ac:spMkLst>
        </pc:spChg>
        <pc:spChg chg="add mod">
          <ac:chgData name="Pruitt, Joseph Jackson (Joe) CTR USARMY HQDA DCS G-8 (USA)" userId="ac5b1941-c7ed-486e-ad9b-698d53fd8cec" providerId="ADAL" clId="{382A8DC6-B0CF-42A2-BD86-79E83D1E2BAD}" dt="2025-11-19T19:08:56.779" v="1016" actId="1037"/>
          <ac:spMkLst>
            <pc:docMk/>
            <pc:sldMk cId="1731755498" sldId="266"/>
            <ac:spMk id="10" creationId="{EA2309E5-BD72-E736-8488-EB8B1E183840}"/>
          </ac:spMkLst>
        </pc:spChg>
        <pc:spChg chg="add mod">
          <ac:chgData name="Pruitt, Joseph Jackson (Joe) CTR USARMY HQDA DCS G-8 (USA)" userId="ac5b1941-c7ed-486e-ad9b-698d53fd8cec" providerId="ADAL" clId="{382A8DC6-B0CF-42A2-BD86-79E83D1E2BAD}" dt="2025-11-19T19:22:55.482" v="1152" actId="1076"/>
          <ac:spMkLst>
            <pc:docMk/>
            <pc:sldMk cId="1731755498" sldId="266"/>
            <ac:spMk id="11" creationId="{F2972556-B84F-22B0-0205-853FC6AC7A71}"/>
          </ac:spMkLst>
        </pc:spChg>
      </pc:sldChg>
      <pc:sldChg chg="modSp new del mod">
        <pc:chgData name="Pruitt, Joseph Jackson (Joe) CTR USARMY HQDA DCS G-8 (USA)" userId="ac5b1941-c7ed-486e-ad9b-698d53fd8cec" providerId="ADAL" clId="{382A8DC6-B0CF-42A2-BD86-79E83D1E2BAD}" dt="2025-11-19T19:28:48.065" v="1236" actId="2696"/>
        <pc:sldMkLst>
          <pc:docMk/>
          <pc:sldMk cId="922119427" sldId="267"/>
        </pc:sldMkLst>
        <pc:spChg chg="mod">
          <ac:chgData name="Pruitt, Joseph Jackson (Joe) CTR USARMY HQDA DCS G-8 (USA)" userId="ac5b1941-c7ed-486e-ad9b-698d53fd8cec" providerId="ADAL" clId="{382A8DC6-B0CF-42A2-BD86-79E83D1E2BAD}" dt="2025-11-19T19:28:26.114" v="1235" actId="20577"/>
          <ac:spMkLst>
            <pc:docMk/>
            <pc:sldMk cId="922119427" sldId="267"/>
            <ac:spMk id="2" creationId="{F4EBBA6A-1176-6C57-0313-71FBEB028AA0}"/>
          </ac:spMkLst>
        </pc:spChg>
        <pc:spChg chg="mod">
          <ac:chgData name="Pruitt, Joseph Jackson (Joe) CTR USARMY HQDA DCS G-8 (USA)" userId="ac5b1941-c7ed-486e-ad9b-698d53fd8cec" providerId="ADAL" clId="{382A8DC6-B0CF-42A2-BD86-79E83D1E2BAD}" dt="2025-11-19T19:26:30.162" v="1225" actId="20577"/>
          <ac:spMkLst>
            <pc:docMk/>
            <pc:sldMk cId="922119427" sldId="267"/>
            <ac:spMk id="3" creationId="{9440925C-F276-EF44-C541-AADE7EAFC611}"/>
          </ac:spMkLst>
        </pc:spChg>
      </pc:sldChg>
      <pc:sldChg chg="addSp delSp modSp add mod">
        <pc:chgData name="Pruitt, Joseph Jackson (Joe) CTR USARMY HQDA DCS G-8 (USA)" userId="ac5b1941-c7ed-486e-ad9b-698d53fd8cec" providerId="ADAL" clId="{382A8DC6-B0CF-42A2-BD86-79E83D1E2BAD}" dt="2025-11-19T20:42:21.117" v="1547" actId="5793"/>
        <pc:sldMkLst>
          <pc:docMk/>
          <pc:sldMk cId="2238311354" sldId="267"/>
        </pc:sldMkLst>
        <pc:spChg chg="mod">
          <ac:chgData name="Pruitt, Joseph Jackson (Joe) CTR USARMY HQDA DCS G-8 (USA)" userId="ac5b1941-c7ed-486e-ad9b-698d53fd8cec" providerId="ADAL" clId="{382A8DC6-B0CF-42A2-BD86-79E83D1E2BAD}" dt="2025-11-19T20:41:43.271" v="1539" actId="20577"/>
          <ac:spMkLst>
            <pc:docMk/>
            <pc:sldMk cId="2238311354" sldId="267"/>
            <ac:spMk id="2" creationId="{F4EBBA6A-1176-6C57-0313-71FBEB028AA0}"/>
          </ac:spMkLst>
        </pc:spChg>
        <pc:spChg chg="mod">
          <ac:chgData name="Pruitt, Joseph Jackson (Joe) CTR USARMY HQDA DCS G-8 (USA)" userId="ac5b1941-c7ed-486e-ad9b-698d53fd8cec" providerId="ADAL" clId="{382A8DC6-B0CF-42A2-BD86-79E83D1E2BAD}" dt="2025-11-19T20:42:21.117" v="1547" actId="5793"/>
          <ac:spMkLst>
            <pc:docMk/>
            <pc:sldMk cId="2238311354" sldId="267"/>
            <ac:spMk id="3" creationId="{9440925C-F276-EF44-C541-AADE7EAFC611}"/>
          </ac:spMkLst>
        </pc:spChg>
        <pc:spChg chg="add del mod">
          <ac:chgData name="Pruitt, Joseph Jackson (Joe) CTR USARMY HQDA DCS G-8 (USA)" userId="ac5b1941-c7ed-486e-ad9b-698d53fd8cec" providerId="ADAL" clId="{382A8DC6-B0CF-42A2-BD86-79E83D1E2BAD}" dt="2025-11-19T19:45:28.505" v="1388" actId="21"/>
          <ac:spMkLst>
            <pc:docMk/>
            <pc:sldMk cId="2238311354" sldId="267"/>
            <ac:spMk id="4" creationId="{5D4E321E-BF73-24F3-D95D-74275C0FA0A6}"/>
          </ac:spMkLst>
        </pc:spChg>
        <pc:spChg chg="add del mod">
          <ac:chgData name="Pruitt, Joseph Jackson (Joe) CTR USARMY HQDA DCS G-8 (USA)" userId="ac5b1941-c7ed-486e-ad9b-698d53fd8cec" providerId="ADAL" clId="{382A8DC6-B0CF-42A2-BD86-79E83D1E2BAD}" dt="2025-11-19T19:48:31.901" v="1457" actId="21"/>
          <ac:spMkLst>
            <pc:docMk/>
            <pc:sldMk cId="2238311354" sldId="267"/>
            <ac:spMk id="5" creationId="{DA90438B-63F8-B0CD-0BC6-8D0BABEDE4BE}"/>
          </ac:spMkLst>
        </pc:spChg>
      </pc:sldChg>
      <pc:sldChg chg="addSp delSp modSp add mod">
        <pc:chgData name="Pruitt, Joseph Jackson (Joe) CTR USARMY HQDA DCS G-8 (USA)" userId="ac5b1941-c7ed-486e-ad9b-698d53fd8cec" providerId="ADAL" clId="{382A8DC6-B0CF-42A2-BD86-79E83D1E2BAD}" dt="2025-11-19T20:46:04.252" v="1587" actId="20577"/>
        <pc:sldMkLst>
          <pc:docMk/>
          <pc:sldMk cId="3546753802" sldId="268"/>
        </pc:sldMkLst>
        <pc:spChg chg="mod">
          <ac:chgData name="Pruitt, Joseph Jackson (Joe) CTR USARMY HQDA DCS G-8 (USA)" userId="ac5b1941-c7ed-486e-ad9b-698d53fd8cec" providerId="ADAL" clId="{382A8DC6-B0CF-42A2-BD86-79E83D1E2BAD}" dt="2025-11-19T20:41:33.684" v="1532" actId="20577"/>
          <ac:spMkLst>
            <pc:docMk/>
            <pc:sldMk cId="3546753802" sldId="268"/>
            <ac:spMk id="2" creationId="{0DECEFC3-309E-DA3E-379F-A73B7AB9B609}"/>
          </ac:spMkLst>
        </pc:spChg>
        <pc:spChg chg="del mod">
          <ac:chgData name="Pruitt, Joseph Jackson (Joe) CTR USARMY HQDA DCS G-8 (USA)" userId="ac5b1941-c7ed-486e-ad9b-698d53fd8cec" providerId="ADAL" clId="{382A8DC6-B0CF-42A2-BD86-79E83D1E2BAD}" dt="2025-11-19T19:45:15.141" v="1383" actId="21"/>
          <ac:spMkLst>
            <pc:docMk/>
            <pc:sldMk cId="3546753802" sldId="268"/>
            <ac:spMk id="3" creationId="{5D4E321E-BF73-24F3-D95D-74275C0FA0A6}"/>
          </ac:spMkLst>
        </pc:spChg>
        <pc:spChg chg="add del mod">
          <ac:chgData name="Pruitt, Joseph Jackson (Joe) CTR USARMY HQDA DCS G-8 (USA)" userId="ac5b1941-c7ed-486e-ad9b-698d53fd8cec" providerId="ADAL" clId="{382A8DC6-B0CF-42A2-BD86-79E83D1E2BAD}" dt="2025-11-19T19:45:42.968" v="1391" actId="478"/>
          <ac:spMkLst>
            <pc:docMk/>
            <pc:sldMk cId="3546753802" sldId="268"/>
            <ac:spMk id="5" creationId="{DEBBCBCC-32D6-8D87-AE58-ED0517B7C7D1}"/>
          </ac:spMkLst>
        </pc:spChg>
        <pc:spChg chg="add del mod">
          <ac:chgData name="Pruitt, Joseph Jackson (Joe) CTR USARMY HQDA DCS G-8 (USA)" userId="ac5b1941-c7ed-486e-ad9b-698d53fd8cec" providerId="ADAL" clId="{382A8DC6-B0CF-42A2-BD86-79E83D1E2BAD}" dt="2025-11-19T19:45:40.750" v="1390" actId="21"/>
          <ac:spMkLst>
            <pc:docMk/>
            <pc:sldMk cId="3546753802" sldId="268"/>
            <ac:spMk id="6" creationId="{5D4E321E-BF73-24F3-D95D-74275C0FA0A6}"/>
          </ac:spMkLst>
        </pc:spChg>
        <pc:spChg chg="add mod">
          <ac:chgData name="Pruitt, Joseph Jackson (Joe) CTR USARMY HQDA DCS G-8 (USA)" userId="ac5b1941-c7ed-486e-ad9b-698d53fd8cec" providerId="ADAL" clId="{382A8DC6-B0CF-42A2-BD86-79E83D1E2BAD}" dt="2025-11-19T20:46:04.252" v="1587" actId="20577"/>
          <ac:spMkLst>
            <pc:docMk/>
            <pc:sldMk cId="3546753802" sldId="268"/>
            <ac:spMk id="7" creationId="{5D4E321E-BF73-24F3-D95D-74275C0FA0A6}"/>
          </ac:spMkLst>
        </pc:spChg>
      </pc:sldChg>
      <pc:sldChg chg="addSp modSp add mod">
        <pc:chgData name="Pruitt, Joseph Jackson (Joe) CTR USARMY HQDA DCS G-8 (USA)" userId="ac5b1941-c7ed-486e-ad9b-698d53fd8cec" providerId="ADAL" clId="{382A8DC6-B0CF-42A2-BD86-79E83D1E2BAD}" dt="2025-11-19T20:45:03.868" v="1567" actId="14100"/>
        <pc:sldMkLst>
          <pc:docMk/>
          <pc:sldMk cId="3979126647" sldId="269"/>
        </pc:sldMkLst>
        <pc:spChg chg="mod">
          <ac:chgData name="Pruitt, Joseph Jackson (Joe) CTR USARMY HQDA DCS G-8 (USA)" userId="ac5b1941-c7ed-486e-ad9b-698d53fd8cec" providerId="ADAL" clId="{382A8DC6-B0CF-42A2-BD86-79E83D1E2BAD}" dt="2025-11-19T20:41:38.878" v="1536" actId="20577"/>
          <ac:spMkLst>
            <pc:docMk/>
            <pc:sldMk cId="3979126647" sldId="269"/>
            <ac:spMk id="2" creationId="{5F86BA0D-B8F9-A13E-4E4B-30FD1BF17DC3}"/>
          </ac:spMkLst>
        </pc:spChg>
        <pc:spChg chg="mod">
          <ac:chgData name="Pruitt, Joseph Jackson (Joe) CTR USARMY HQDA DCS G-8 (USA)" userId="ac5b1941-c7ed-486e-ad9b-698d53fd8cec" providerId="ADAL" clId="{382A8DC6-B0CF-42A2-BD86-79E83D1E2BAD}" dt="2025-11-19T20:45:03.868" v="1567" actId="14100"/>
          <ac:spMkLst>
            <pc:docMk/>
            <pc:sldMk cId="3979126647" sldId="269"/>
            <ac:spMk id="3" creationId="{9D69CC5C-9065-92EC-3BC8-6C8584FB49B0}"/>
          </ac:spMkLst>
        </pc:spChg>
        <pc:spChg chg="add mod">
          <ac:chgData name="Pruitt, Joseph Jackson (Joe) CTR USARMY HQDA DCS G-8 (USA)" userId="ac5b1941-c7ed-486e-ad9b-698d53fd8cec" providerId="ADAL" clId="{382A8DC6-B0CF-42A2-BD86-79E83D1E2BAD}" dt="2025-11-19T20:45:03.868" v="1567" actId="14100"/>
          <ac:spMkLst>
            <pc:docMk/>
            <pc:sldMk cId="3979126647" sldId="269"/>
            <ac:spMk id="4" creationId="{4CD1A17B-35AA-16D8-D9A7-6710BE488CF6}"/>
          </ac:spMkLst>
        </pc:spChg>
      </pc:sldChg>
      <pc:sldChg chg="addSp delSp modSp add mod ord">
        <pc:chgData name="Pruitt, Joseph Jackson (Joe) CTR USARMY HQDA DCS G-8 (USA)" userId="ac5b1941-c7ed-486e-ad9b-698d53fd8cec" providerId="ADAL" clId="{382A8DC6-B0CF-42A2-BD86-79E83D1E2BAD}" dt="2025-11-19T20:41:48.270" v="1542" actId="20577"/>
        <pc:sldMkLst>
          <pc:docMk/>
          <pc:sldMk cId="803300459" sldId="270"/>
        </pc:sldMkLst>
        <pc:spChg chg="mod">
          <ac:chgData name="Pruitt, Joseph Jackson (Joe) CTR USARMY HQDA DCS G-8 (USA)" userId="ac5b1941-c7ed-486e-ad9b-698d53fd8cec" providerId="ADAL" clId="{382A8DC6-B0CF-42A2-BD86-79E83D1E2BAD}" dt="2025-11-19T20:41:48.270" v="1542" actId="20577"/>
          <ac:spMkLst>
            <pc:docMk/>
            <pc:sldMk cId="803300459" sldId="270"/>
            <ac:spMk id="2" creationId="{9ACC77BB-0CCF-0B2D-5D97-4F81D81CD8F1}"/>
          </ac:spMkLst>
        </pc:spChg>
        <pc:spChg chg="del mod">
          <ac:chgData name="Pruitt, Joseph Jackson (Joe) CTR USARMY HQDA DCS G-8 (USA)" userId="ac5b1941-c7ed-486e-ad9b-698d53fd8cec" providerId="ADAL" clId="{382A8DC6-B0CF-42A2-BD86-79E83D1E2BAD}" dt="2025-11-19T19:48:19.051" v="1453" actId="21"/>
          <ac:spMkLst>
            <pc:docMk/>
            <pc:sldMk cId="803300459" sldId="270"/>
            <ac:spMk id="3" creationId="{DA90438B-63F8-B0CD-0BC6-8D0BABEDE4BE}"/>
          </ac:spMkLst>
        </pc:spChg>
        <pc:spChg chg="add del mod">
          <ac:chgData name="Pruitt, Joseph Jackson (Joe) CTR USARMY HQDA DCS G-8 (USA)" userId="ac5b1941-c7ed-486e-ad9b-698d53fd8cec" providerId="ADAL" clId="{382A8DC6-B0CF-42A2-BD86-79E83D1E2BAD}" dt="2025-11-19T19:48:21.335" v="1454" actId="478"/>
          <ac:spMkLst>
            <pc:docMk/>
            <pc:sldMk cId="803300459" sldId="270"/>
            <ac:spMk id="5" creationId="{75201FBF-7F00-0F99-7F2C-CC0A73840C81}"/>
          </ac:spMkLst>
        </pc:spChg>
        <pc:spChg chg="add mod">
          <ac:chgData name="Pruitt, Joseph Jackson (Joe) CTR USARMY HQDA DCS G-8 (USA)" userId="ac5b1941-c7ed-486e-ad9b-698d53fd8cec" providerId="ADAL" clId="{382A8DC6-B0CF-42A2-BD86-79E83D1E2BAD}" dt="2025-11-19T19:48:33.985" v="1458"/>
          <ac:spMkLst>
            <pc:docMk/>
            <pc:sldMk cId="803300459" sldId="270"/>
            <ac:spMk id="6" creationId="{DA90438B-63F8-B0CD-0BC6-8D0BABEDE4BE}"/>
          </ac:spMkLst>
        </pc:spChg>
      </pc:sldChg>
      <pc:sldChg chg="addSp delSp modSp add mod">
        <pc:chgData name="Pruitt, Joseph Jackson (Joe) CTR USARMY HQDA DCS G-8 (USA)" userId="ac5b1941-c7ed-486e-ad9b-698d53fd8cec" providerId="ADAL" clId="{382A8DC6-B0CF-42A2-BD86-79E83D1E2BAD}" dt="2025-11-20T15:47:52.922" v="2977" actId="20577"/>
        <pc:sldMkLst>
          <pc:docMk/>
          <pc:sldMk cId="1292004660" sldId="271"/>
        </pc:sldMkLst>
        <pc:spChg chg="mod">
          <ac:chgData name="Pruitt, Joseph Jackson (Joe) CTR USARMY HQDA DCS G-8 (USA)" userId="ac5b1941-c7ed-486e-ad9b-698d53fd8cec" providerId="ADAL" clId="{382A8DC6-B0CF-42A2-BD86-79E83D1E2BAD}" dt="2025-11-19T20:50:07.014" v="1610" actId="404"/>
          <ac:spMkLst>
            <pc:docMk/>
            <pc:sldMk cId="1292004660" sldId="271"/>
            <ac:spMk id="2" creationId="{B0DA6543-74E1-EA13-9063-D6C08274123E}"/>
          </ac:spMkLst>
        </pc:spChg>
        <pc:spChg chg="add del mod">
          <ac:chgData name="Pruitt, Joseph Jackson (Joe) CTR USARMY HQDA DCS G-8 (USA)" userId="ac5b1941-c7ed-486e-ad9b-698d53fd8cec" providerId="ADAL" clId="{382A8DC6-B0CF-42A2-BD86-79E83D1E2BAD}" dt="2025-11-20T14:54:33.088" v="2048" actId="478"/>
          <ac:spMkLst>
            <pc:docMk/>
            <pc:sldMk cId="1292004660" sldId="271"/>
            <ac:spMk id="3" creationId="{89E10A34-7B54-AFF1-184C-E3E1B4708624}"/>
          </ac:spMkLst>
        </pc:spChg>
        <pc:spChg chg="add del mod">
          <ac:chgData name="Pruitt, Joseph Jackson (Joe) CTR USARMY HQDA DCS G-8 (USA)" userId="ac5b1941-c7ed-486e-ad9b-698d53fd8cec" providerId="ADAL" clId="{382A8DC6-B0CF-42A2-BD86-79E83D1E2BAD}" dt="2025-11-20T14:51:11.022" v="2003" actId="478"/>
          <ac:spMkLst>
            <pc:docMk/>
            <pc:sldMk cId="1292004660" sldId="271"/>
            <ac:spMk id="5" creationId="{55204850-7131-13EC-11DA-9B947BBE8276}"/>
          </ac:spMkLst>
        </pc:spChg>
        <pc:spChg chg="mod">
          <ac:chgData name="Pruitt, Joseph Jackson (Joe) CTR USARMY HQDA DCS G-8 (USA)" userId="ac5b1941-c7ed-486e-ad9b-698d53fd8cec" providerId="ADAL" clId="{382A8DC6-B0CF-42A2-BD86-79E83D1E2BAD}" dt="2025-11-20T15:47:52.922" v="2977" actId="20577"/>
          <ac:spMkLst>
            <pc:docMk/>
            <pc:sldMk cId="1292004660" sldId="271"/>
            <ac:spMk id="6" creationId="{62B308B8-552E-24C0-D30A-06880C203EEF}"/>
          </ac:spMkLst>
        </pc:spChg>
        <pc:spChg chg="add del mod">
          <ac:chgData name="Pruitt, Joseph Jackson (Joe) CTR USARMY HQDA DCS G-8 (USA)" userId="ac5b1941-c7ed-486e-ad9b-698d53fd8cec" providerId="ADAL" clId="{382A8DC6-B0CF-42A2-BD86-79E83D1E2BAD}" dt="2025-11-20T14:53:06.144" v="2018" actId="478"/>
          <ac:spMkLst>
            <pc:docMk/>
            <pc:sldMk cId="1292004660" sldId="271"/>
            <ac:spMk id="7" creationId="{A9FB281D-EB71-52A1-3F67-DD75180AC869}"/>
          </ac:spMkLst>
        </pc:spChg>
        <pc:spChg chg="add del mod">
          <ac:chgData name="Pruitt, Joseph Jackson (Joe) CTR USARMY HQDA DCS G-8 (USA)" userId="ac5b1941-c7ed-486e-ad9b-698d53fd8cec" providerId="ADAL" clId="{382A8DC6-B0CF-42A2-BD86-79E83D1E2BAD}" dt="2025-11-20T14:56:43.498" v="2085" actId="478"/>
          <ac:spMkLst>
            <pc:docMk/>
            <pc:sldMk cId="1292004660" sldId="271"/>
            <ac:spMk id="8" creationId="{E716FBC6-6FDA-4AB5-D3D2-37297089B276}"/>
          </ac:spMkLst>
        </pc:spChg>
      </pc:sldChg>
      <pc:sldChg chg="delSp modSp add mod">
        <pc:chgData name="Pruitt, Joseph Jackson (Joe) CTR USARMY HQDA DCS G-8 (USA)" userId="ac5b1941-c7ed-486e-ad9b-698d53fd8cec" providerId="ADAL" clId="{382A8DC6-B0CF-42A2-BD86-79E83D1E2BAD}" dt="2025-11-20T15:47:57.472" v="2979" actId="20577"/>
        <pc:sldMkLst>
          <pc:docMk/>
          <pc:sldMk cId="1629959449" sldId="272"/>
        </pc:sldMkLst>
        <pc:spChg chg="mod">
          <ac:chgData name="Pruitt, Joseph Jackson (Joe) CTR USARMY HQDA DCS G-8 (USA)" userId="ac5b1941-c7ed-486e-ad9b-698d53fd8cec" providerId="ADAL" clId="{382A8DC6-B0CF-42A2-BD86-79E83D1E2BAD}" dt="2025-11-20T15:47:57.472" v="2979" actId="20577"/>
          <ac:spMkLst>
            <pc:docMk/>
            <pc:sldMk cId="1629959449" sldId="272"/>
            <ac:spMk id="6" creationId="{56150759-5A45-D83D-A2B4-8E093E5F29CE}"/>
          </ac:spMkLst>
        </pc:spChg>
        <pc:spChg chg="del mod">
          <ac:chgData name="Pruitt, Joseph Jackson (Joe) CTR USARMY HQDA DCS G-8 (USA)" userId="ac5b1941-c7ed-486e-ad9b-698d53fd8cec" providerId="ADAL" clId="{382A8DC6-B0CF-42A2-BD86-79E83D1E2BAD}" dt="2025-11-20T14:58:18.373" v="2121" actId="478"/>
          <ac:spMkLst>
            <pc:docMk/>
            <pc:sldMk cId="1629959449" sldId="272"/>
            <ac:spMk id="8" creationId="{18BB751A-D7EB-9ADC-DD4F-4A493C2009C3}"/>
          </ac:spMkLst>
        </pc:spChg>
      </pc:sldChg>
      <pc:sldChg chg="delSp add del mod">
        <pc:chgData name="Pruitt, Joseph Jackson (Joe) CTR USARMY HQDA DCS G-8 (USA)" userId="ac5b1941-c7ed-486e-ad9b-698d53fd8cec" providerId="ADAL" clId="{382A8DC6-B0CF-42A2-BD86-79E83D1E2BAD}" dt="2025-11-20T14:56:24.938" v="2081" actId="47"/>
        <pc:sldMkLst>
          <pc:docMk/>
          <pc:sldMk cId="2098452643" sldId="272"/>
        </pc:sldMkLst>
        <pc:spChg chg="del">
          <ac:chgData name="Pruitt, Joseph Jackson (Joe) CTR USARMY HQDA DCS G-8 (USA)" userId="ac5b1941-c7ed-486e-ad9b-698d53fd8cec" providerId="ADAL" clId="{382A8DC6-B0CF-42A2-BD86-79E83D1E2BAD}" dt="2025-11-20T14:56:23.112" v="2080" actId="21"/>
          <ac:spMkLst>
            <pc:docMk/>
            <pc:sldMk cId="2098452643" sldId="272"/>
            <ac:spMk id="7" creationId="{E716FBC6-6FDA-4AB5-D3D2-37297089B276}"/>
          </ac:spMkLst>
        </pc:spChg>
      </pc:sldChg>
      <pc:sldChg chg="delSp modSp add mod">
        <pc:chgData name="Pruitt, Joseph Jackson (Joe) CTR USARMY HQDA DCS G-8 (USA)" userId="ac5b1941-c7ed-486e-ad9b-698d53fd8cec" providerId="ADAL" clId="{382A8DC6-B0CF-42A2-BD86-79E83D1E2BAD}" dt="2025-11-20T15:48:01.088" v="2981" actId="20577"/>
        <pc:sldMkLst>
          <pc:docMk/>
          <pc:sldMk cId="2769730590" sldId="273"/>
        </pc:sldMkLst>
        <pc:spChg chg="mod">
          <ac:chgData name="Pruitt, Joseph Jackson (Joe) CTR USARMY HQDA DCS G-8 (USA)" userId="ac5b1941-c7ed-486e-ad9b-698d53fd8cec" providerId="ADAL" clId="{382A8DC6-B0CF-42A2-BD86-79E83D1E2BAD}" dt="2025-11-20T15:48:01.088" v="2981" actId="20577"/>
          <ac:spMkLst>
            <pc:docMk/>
            <pc:sldMk cId="2769730590" sldId="273"/>
            <ac:spMk id="6" creationId="{4FF588E1-69E5-2F60-B82C-6568D2EF9E23}"/>
          </ac:spMkLst>
        </pc:spChg>
        <pc:spChg chg="del mod">
          <ac:chgData name="Pruitt, Joseph Jackson (Joe) CTR USARMY HQDA DCS G-8 (USA)" userId="ac5b1941-c7ed-486e-ad9b-698d53fd8cec" providerId="ADAL" clId="{382A8DC6-B0CF-42A2-BD86-79E83D1E2BAD}" dt="2025-11-20T15:12:56.682" v="2358" actId="478"/>
          <ac:spMkLst>
            <pc:docMk/>
            <pc:sldMk cId="2769730590" sldId="273"/>
            <ac:spMk id="8" creationId="{B86B1DE6-4FC3-7143-9009-E419535D3733}"/>
          </ac:spMkLst>
        </pc:spChg>
      </pc:sldChg>
      <pc:sldChg chg="delSp modSp add del mod">
        <pc:chgData name="Pruitt, Joseph Jackson (Joe) CTR USARMY HQDA DCS G-8 (USA)" userId="ac5b1941-c7ed-486e-ad9b-698d53fd8cec" providerId="ADAL" clId="{382A8DC6-B0CF-42A2-BD86-79E83D1E2BAD}" dt="2025-11-20T15:43:32.642" v="2935" actId="47"/>
        <pc:sldMkLst>
          <pc:docMk/>
          <pc:sldMk cId="4183142331" sldId="274"/>
        </pc:sldMkLst>
        <pc:spChg chg="mod">
          <ac:chgData name="Pruitt, Joseph Jackson (Joe) CTR USARMY HQDA DCS G-8 (USA)" userId="ac5b1941-c7ed-486e-ad9b-698d53fd8cec" providerId="ADAL" clId="{382A8DC6-B0CF-42A2-BD86-79E83D1E2BAD}" dt="2025-11-20T15:43:04.121" v="2929" actId="20577"/>
          <ac:spMkLst>
            <pc:docMk/>
            <pc:sldMk cId="4183142331" sldId="274"/>
            <ac:spMk id="6" creationId="{508A235B-64B3-13C6-420D-2C7866BABF65}"/>
          </ac:spMkLst>
        </pc:spChg>
        <pc:spChg chg="del mod">
          <ac:chgData name="Pruitt, Joseph Jackson (Joe) CTR USARMY HQDA DCS G-8 (USA)" userId="ac5b1941-c7ed-486e-ad9b-698d53fd8cec" providerId="ADAL" clId="{382A8DC6-B0CF-42A2-BD86-79E83D1E2BAD}" dt="2025-11-20T15:14:34.577" v="2398" actId="478"/>
          <ac:spMkLst>
            <pc:docMk/>
            <pc:sldMk cId="4183142331" sldId="274"/>
            <ac:spMk id="8" creationId="{2A196F01-D77A-0BC2-480D-02A087A53409}"/>
          </ac:spMkLst>
        </pc:spChg>
      </pc:sldChg>
      <pc:sldChg chg="delSp modSp add mod">
        <pc:chgData name="Pruitt, Joseph Jackson (Joe) CTR USARMY HQDA DCS G-8 (USA)" userId="ac5b1941-c7ed-486e-ad9b-698d53fd8cec" providerId="ADAL" clId="{382A8DC6-B0CF-42A2-BD86-79E83D1E2BAD}" dt="2025-11-20T15:48:04.896" v="2983" actId="20577"/>
        <pc:sldMkLst>
          <pc:docMk/>
          <pc:sldMk cId="3690052631" sldId="275"/>
        </pc:sldMkLst>
        <pc:spChg chg="mod">
          <ac:chgData name="Pruitt, Joseph Jackson (Joe) CTR USARMY HQDA DCS G-8 (USA)" userId="ac5b1941-c7ed-486e-ad9b-698d53fd8cec" providerId="ADAL" clId="{382A8DC6-B0CF-42A2-BD86-79E83D1E2BAD}" dt="2025-11-20T15:48:04.896" v="2983" actId="20577"/>
          <ac:spMkLst>
            <pc:docMk/>
            <pc:sldMk cId="3690052631" sldId="275"/>
            <ac:spMk id="6" creationId="{8FFA9AD9-0C9A-9DC3-650E-034B35FD7ED5}"/>
          </ac:spMkLst>
        </pc:spChg>
        <pc:spChg chg="del mod">
          <ac:chgData name="Pruitt, Joseph Jackson (Joe) CTR USARMY HQDA DCS G-8 (USA)" userId="ac5b1941-c7ed-486e-ad9b-698d53fd8cec" providerId="ADAL" clId="{382A8DC6-B0CF-42A2-BD86-79E83D1E2BAD}" dt="2025-11-20T15:18:03.447" v="2462" actId="478"/>
          <ac:spMkLst>
            <pc:docMk/>
            <pc:sldMk cId="3690052631" sldId="275"/>
            <ac:spMk id="8" creationId="{A3146AD7-6DB0-78C0-6EB8-B2327E39BC76}"/>
          </ac:spMkLst>
        </pc:spChg>
      </pc:sldChg>
      <pc:sldChg chg="delSp modSp add del mod">
        <pc:chgData name="Pruitt, Joseph Jackson (Joe) CTR USARMY HQDA DCS G-8 (USA)" userId="ac5b1941-c7ed-486e-ad9b-698d53fd8cec" providerId="ADAL" clId="{382A8DC6-B0CF-42A2-BD86-79E83D1E2BAD}" dt="2025-11-20T15:39:42.116" v="2879" actId="47"/>
        <pc:sldMkLst>
          <pc:docMk/>
          <pc:sldMk cId="2729741032" sldId="276"/>
        </pc:sldMkLst>
        <pc:spChg chg="mod">
          <ac:chgData name="Pruitt, Joseph Jackson (Joe) CTR USARMY HQDA DCS G-8 (USA)" userId="ac5b1941-c7ed-486e-ad9b-698d53fd8cec" providerId="ADAL" clId="{382A8DC6-B0CF-42A2-BD86-79E83D1E2BAD}" dt="2025-11-20T15:39:19.884" v="2874" actId="21"/>
          <ac:spMkLst>
            <pc:docMk/>
            <pc:sldMk cId="2729741032" sldId="276"/>
            <ac:spMk id="6" creationId="{993566BD-2D34-0589-F989-A3E58BA05276}"/>
          </ac:spMkLst>
        </pc:spChg>
        <pc:spChg chg="del mod">
          <ac:chgData name="Pruitt, Joseph Jackson (Joe) CTR USARMY HQDA DCS G-8 (USA)" userId="ac5b1941-c7ed-486e-ad9b-698d53fd8cec" providerId="ADAL" clId="{382A8DC6-B0CF-42A2-BD86-79E83D1E2BAD}" dt="2025-11-20T15:18:15.210" v="2464" actId="478"/>
          <ac:spMkLst>
            <pc:docMk/>
            <pc:sldMk cId="2729741032" sldId="276"/>
            <ac:spMk id="8" creationId="{320AE5EA-26D8-58E5-8033-36C557FD1C76}"/>
          </ac:spMkLst>
        </pc:spChg>
      </pc:sldChg>
      <pc:sldChg chg="delSp modSp add mod">
        <pc:chgData name="Pruitt, Joseph Jackson (Joe) CTR USARMY HQDA DCS G-8 (USA)" userId="ac5b1941-c7ed-486e-ad9b-698d53fd8cec" providerId="ADAL" clId="{382A8DC6-B0CF-42A2-BD86-79E83D1E2BAD}" dt="2025-11-20T15:48:08.407" v="2985" actId="20577"/>
        <pc:sldMkLst>
          <pc:docMk/>
          <pc:sldMk cId="4062548395" sldId="277"/>
        </pc:sldMkLst>
        <pc:spChg chg="mod">
          <ac:chgData name="Pruitt, Joseph Jackson (Joe) CTR USARMY HQDA DCS G-8 (USA)" userId="ac5b1941-c7ed-486e-ad9b-698d53fd8cec" providerId="ADAL" clId="{382A8DC6-B0CF-42A2-BD86-79E83D1E2BAD}" dt="2025-11-20T15:48:08.407" v="2985" actId="20577"/>
          <ac:spMkLst>
            <pc:docMk/>
            <pc:sldMk cId="4062548395" sldId="277"/>
            <ac:spMk id="6" creationId="{77BE3D80-71A2-55DE-CE10-C6762BE1E14C}"/>
          </ac:spMkLst>
        </pc:spChg>
        <pc:spChg chg="del mod">
          <ac:chgData name="Pruitt, Joseph Jackson (Joe) CTR USARMY HQDA DCS G-8 (USA)" userId="ac5b1941-c7ed-486e-ad9b-698d53fd8cec" providerId="ADAL" clId="{382A8DC6-B0CF-42A2-BD86-79E83D1E2BAD}" dt="2025-11-20T15:18:35.193" v="2467" actId="478"/>
          <ac:spMkLst>
            <pc:docMk/>
            <pc:sldMk cId="4062548395" sldId="277"/>
            <ac:spMk id="8" creationId="{9AB7347D-28B8-7287-6032-9323199AC28D}"/>
          </ac:spMkLst>
        </pc:spChg>
      </pc:sldChg>
      <pc:sldChg chg="modSp add del mod">
        <pc:chgData name="Pruitt, Joseph Jackson (Joe) CTR USARMY HQDA DCS G-8 (USA)" userId="ac5b1941-c7ed-486e-ad9b-698d53fd8cec" providerId="ADAL" clId="{382A8DC6-B0CF-42A2-BD86-79E83D1E2BAD}" dt="2025-11-20T15:46:07.089" v="2964" actId="47"/>
        <pc:sldMkLst>
          <pc:docMk/>
          <pc:sldMk cId="2770024186" sldId="278"/>
        </pc:sldMkLst>
        <pc:spChg chg="mod">
          <ac:chgData name="Pruitt, Joseph Jackson (Joe) CTR USARMY HQDA DCS G-8 (USA)" userId="ac5b1941-c7ed-486e-ad9b-698d53fd8cec" providerId="ADAL" clId="{382A8DC6-B0CF-42A2-BD86-79E83D1E2BAD}" dt="2025-11-20T15:45:01.672" v="2953" actId="21"/>
          <ac:spMkLst>
            <pc:docMk/>
            <pc:sldMk cId="2770024186" sldId="278"/>
            <ac:spMk id="6" creationId="{32CFFB21-9CA1-5E00-6A3F-62CB4E8C11CD}"/>
          </ac:spMkLst>
        </pc:spChg>
      </pc:sldChg>
      <pc:sldChg chg="addSp modSp add mod">
        <pc:chgData name="Pruitt, Joseph Jackson (Joe) CTR USARMY HQDA DCS G-8 (USA)" userId="ac5b1941-c7ed-486e-ad9b-698d53fd8cec" providerId="ADAL" clId="{382A8DC6-B0CF-42A2-BD86-79E83D1E2BAD}" dt="2025-11-20T15:47:49.025" v="2975" actId="20577"/>
        <pc:sldMkLst>
          <pc:docMk/>
          <pc:sldMk cId="3487686179" sldId="279"/>
        </pc:sldMkLst>
        <pc:spChg chg="add mod">
          <ac:chgData name="Pruitt, Joseph Jackson (Joe) CTR USARMY HQDA DCS G-8 (USA)" userId="ac5b1941-c7ed-486e-ad9b-698d53fd8cec" providerId="ADAL" clId="{382A8DC6-B0CF-42A2-BD86-79E83D1E2BAD}" dt="2025-11-20T15:34:59.831" v="2782" actId="14100"/>
          <ac:spMkLst>
            <pc:docMk/>
            <pc:sldMk cId="3487686179" sldId="279"/>
            <ac:spMk id="4" creationId="{9A7AA1BF-2AED-144A-BC08-BBFFB7A43E38}"/>
          </ac:spMkLst>
        </pc:spChg>
        <pc:spChg chg="mod">
          <ac:chgData name="Pruitt, Joseph Jackson (Joe) CTR USARMY HQDA DCS G-8 (USA)" userId="ac5b1941-c7ed-486e-ad9b-698d53fd8cec" providerId="ADAL" clId="{382A8DC6-B0CF-42A2-BD86-79E83D1E2BAD}" dt="2025-11-20T15:47:49.025" v="2975" actId="20577"/>
          <ac:spMkLst>
            <pc:docMk/>
            <pc:sldMk cId="3487686179" sldId="279"/>
            <ac:spMk id="6" creationId="{56B7221C-2D4A-0492-3845-64411646CC24}"/>
          </ac:spMkLst>
        </pc:spChg>
        <pc:spChg chg="add mod">
          <ac:chgData name="Pruitt, Joseph Jackson (Joe) CTR USARMY HQDA DCS G-8 (USA)" userId="ac5b1941-c7ed-486e-ad9b-698d53fd8cec" providerId="ADAL" clId="{382A8DC6-B0CF-42A2-BD86-79E83D1E2BAD}" dt="2025-11-20T15:47:05.953" v="2970" actId="1076"/>
          <ac:spMkLst>
            <pc:docMk/>
            <pc:sldMk cId="3487686179" sldId="279"/>
            <ac:spMk id="7" creationId="{2AB7C3F4-CD47-A12A-A318-F90FA7082568}"/>
          </ac:spMkLst>
        </pc:spChg>
        <pc:spChg chg="add mod">
          <ac:chgData name="Pruitt, Joseph Jackson (Joe) CTR USARMY HQDA DCS G-8 (USA)" userId="ac5b1941-c7ed-486e-ad9b-698d53fd8cec" providerId="ADAL" clId="{382A8DC6-B0CF-42A2-BD86-79E83D1E2BAD}" dt="2025-11-20T15:47:34.095" v="2973" actId="1076"/>
          <ac:spMkLst>
            <pc:docMk/>
            <pc:sldMk cId="3487686179" sldId="279"/>
            <ac:spMk id="8" creationId="{4E142D9F-D900-B823-AD17-602CAFACFCD8}"/>
          </ac:spMkLst>
        </pc:spChg>
      </pc:sldChg>
      <pc:sldChg chg="delSp modSp add del mod">
        <pc:chgData name="Pruitt, Joseph Jackson (Joe) CTR USARMY HQDA DCS G-8 (USA)" userId="ac5b1941-c7ed-486e-ad9b-698d53fd8cec" providerId="ADAL" clId="{382A8DC6-B0CF-42A2-BD86-79E83D1E2BAD}" dt="2025-11-20T15:50:17.218" v="2995" actId="47"/>
        <pc:sldMkLst>
          <pc:docMk/>
          <pc:sldMk cId="1069584375" sldId="280"/>
        </pc:sldMkLst>
        <pc:spChg chg="mod">
          <ac:chgData name="Pruitt, Joseph Jackson (Joe) CTR USARMY HQDA DCS G-8 (USA)" userId="ac5b1941-c7ed-486e-ad9b-698d53fd8cec" providerId="ADAL" clId="{382A8DC6-B0CF-42A2-BD86-79E83D1E2BAD}" dt="2025-11-20T15:49:13.204" v="2993"/>
          <ac:spMkLst>
            <pc:docMk/>
            <pc:sldMk cId="1069584375" sldId="280"/>
            <ac:spMk id="6" creationId="{259DB81A-E3A7-7BD2-3ADC-4CD940D498B5}"/>
          </ac:spMkLst>
        </pc:spChg>
        <pc:spChg chg="del">
          <ac:chgData name="Pruitt, Joseph Jackson (Joe) CTR USARMY HQDA DCS G-8 (USA)" userId="ac5b1941-c7ed-486e-ad9b-698d53fd8cec" providerId="ADAL" clId="{382A8DC6-B0CF-42A2-BD86-79E83D1E2BAD}" dt="2025-11-20T15:50:11.314" v="2994" actId="478"/>
          <ac:spMkLst>
            <pc:docMk/>
            <pc:sldMk cId="1069584375" sldId="280"/>
            <ac:spMk id="8" creationId="{53BE8EF6-5A3E-E454-8990-76C7A00CFC06}"/>
          </ac:spMkLst>
        </pc:spChg>
      </pc:sldChg>
      <pc:sldChg chg="modSp add mod">
        <pc:chgData name="Pruitt, Joseph Jackson (Joe) CTR USARMY HQDA DCS G-8 (USA)" userId="ac5b1941-c7ed-486e-ad9b-698d53fd8cec" providerId="ADAL" clId="{382A8DC6-B0CF-42A2-BD86-79E83D1E2BAD}" dt="2025-11-20T15:55:29.498" v="3198" actId="20577"/>
        <pc:sldMkLst>
          <pc:docMk/>
          <pc:sldMk cId="1134408419" sldId="281"/>
        </pc:sldMkLst>
        <pc:spChg chg="mod">
          <ac:chgData name="Pruitt, Joseph Jackson (Joe) CTR USARMY HQDA DCS G-8 (USA)" userId="ac5b1941-c7ed-486e-ad9b-698d53fd8cec" providerId="ADAL" clId="{382A8DC6-B0CF-42A2-BD86-79E83D1E2BAD}" dt="2025-11-20T15:55:29.498" v="3198" actId="20577"/>
          <ac:spMkLst>
            <pc:docMk/>
            <pc:sldMk cId="1134408419" sldId="281"/>
            <ac:spMk id="6" creationId="{E2A2FABB-F3E8-E971-BBD8-D1A2E136CC31}"/>
          </ac:spMkLst>
        </pc:spChg>
      </pc:sldChg>
      <pc:sldChg chg="modSp add del mod">
        <pc:chgData name="Pruitt, Joseph Jackson (Joe) CTR USARMY HQDA DCS G-8 (USA)" userId="ac5b1941-c7ed-486e-ad9b-698d53fd8cec" providerId="ADAL" clId="{382A8DC6-B0CF-42A2-BD86-79E83D1E2BAD}" dt="2025-11-20T16:01:03.309" v="3284" actId="47"/>
        <pc:sldMkLst>
          <pc:docMk/>
          <pc:sldMk cId="3593773298" sldId="282"/>
        </pc:sldMkLst>
        <pc:spChg chg="mod">
          <ac:chgData name="Pruitt, Joseph Jackson (Joe) CTR USARMY HQDA DCS G-8 (USA)" userId="ac5b1941-c7ed-486e-ad9b-698d53fd8cec" providerId="ADAL" clId="{382A8DC6-B0CF-42A2-BD86-79E83D1E2BAD}" dt="2025-11-20T15:56:45.760" v="3208" actId="404"/>
          <ac:spMkLst>
            <pc:docMk/>
            <pc:sldMk cId="3593773298" sldId="282"/>
            <ac:spMk id="6" creationId="{3C3A8314-0F97-8968-3D70-EFE731BD0C4C}"/>
          </ac:spMkLst>
        </pc:spChg>
        <pc:spChg chg="mod">
          <ac:chgData name="Pruitt, Joseph Jackson (Joe) CTR USARMY HQDA DCS G-8 (USA)" userId="ac5b1941-c7ed-486e-ad9b-698d53fd8cec" providerId="ADAL" clId="{382A8DC6-B0CF-42A2-BD86-79E83D1E2BAD}" dt="2025-11-20T15:56:55.060" v="3209" actId="1076"/>
          <ac:spMkLst>
            <pc:docMk/>
            <pc:sldMk cId="3593773298" sldId="282"/>
            <ac:spMk id="8" creationId="{275FAD59-A483-4632-55AE-5E992F6686F3}"/>
          </ac:spMkLst>
        </pc:spChg>
      </pc:sldChg>
      <pc:sldChg chg="addSp modSp add mod">
        <pc:chgData name="Pruitt, Joseph Jackson (Joe) CTR USARMY HQDA DCS G-8 (USA)" userId="ac5b1941-c7ed-486e-ad9b-698d53fd8cec" providerId="ADAL" clId="{382A8DC6-B0CF-42A2-BD86-79E83D1E2BAD}" dt="2025-11-20T16:06:09.546" v="3367" actId="20577"/>
        <pc:sldMkLst>
          <pc:docMk/>
          <pc:sldMk cId="781989510" sldId="283"/>
        </pc:sldMkLst>
        <pc:spChg chg="add mod">
          <ac:chgData name="Pruitt, Joseph Jackson (Joe) CTR USARMY HQDA DCS G-8 (USA)" userId="ac5b1941-c7ed-486e-ad9b-698d53fd8cec" providerId="ADAL" clId="{382A8DC6-B0CF-42A2-BD86-79E83D1E2BAD}" dt="2025-11-20T16:05:22.213" v="3360" actId="1076"/>
          <ac:spMkLst>
            <pc:docMk/>
            <pc:sldMk cId="781989510" sldId="283"/>
            <ac:spMk id="4" creationId="{F2D72A55-B7D9-9FCE-132F-60318F57484A}"/>
          </ac:spMkLst>
        </pc:spChg>
        <pc:spChg chg="mod">
          <ac:chgData name="Pruitt, Joseph Jackson (Joe) CTR USARMY HQDA DCS G-8 (USA)" userId="ac5b1941-c7ed-486e-ad9b-698d53fd8cec" providerId="ADAL" clId="{382A8DC6-B0CF-42A2-BD86-79E83D1E2BAD}" dt="2025-11-20T16:06:09.546" v="3367" actId="20577"/>
          <ac:spMkLst>
            <pc:docMk/>
            <pc:sldMk cId="781989510" sldId="283"/>
            <ac:spMk id="6" creationId="{FB414718-A40E-DF18-B637-BD008DEF86E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1CCB7-907B-FFB6-0400-997F695D89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E45E06-53DC-1B54-2245-3CCB054171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9ECDE7-3063-B9AB-0909-3A9A527B3320}"/>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CEB7EA4D-E457-7178-2FF9-2183BFB6AD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B82EA-634C-2D18-D960-D23981B7651E}"/>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261379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9545C-028A-18AB-5AF1-79DBD5AD9C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FB5F75-F5DF-229A-D488-E35BE08A52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635E33-2C2A-0986-A775-8C6A46BD7C99}"/>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F815A143-2F18-8561-B447-B3F89EB19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5BD8CE-C467-A6A5-76C2-9370371F461B}"/>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3472273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A6197-41C6-F8CF-D3F2-D428DCC6A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C2891D-37C9-1364-D1DB-4D28F04B0C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94AFD-132E-29BF-5318-0986D8B4B664}"/>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F3156636-04F6-81B4-09AA-2D836C899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55D39-3EE2-5F97-5ABC-68E418AA47F8}"/>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192950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EC51-CF4C-7B48-ADA2-01D87AF5AA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50805-7591-2753-E179-42CA63468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E7F1EC-41AE-96E7-7196-7C1575077B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A4FC09-B953-3F06-BCAD-72D43BF1D2CC}"/>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6" name="Footer Placeholder 5">
            <a:extLst>
              <a:ext uri="{FF2B5EF4-FFF2-40B4-BE49-F238E27FC236}">
                <a16:creationId xmlns:a16="http://schemas.microsoft.com/office/drawing/2014/main" id="{094C1B3C-75D2-B6CF-A9D8-7934933D16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BD0830-8752-E76F-F5E4-B33937832B43}"/>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3074104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4C4B-0653-D38D-10A0-2803EFABCD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57DA37-6D2F-EDBD-50C7-5CB7BC0B5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53A8B4-7C2E-130F-CB30-25408A0112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9E1500-D983-1652-18E6-ADFB4C4A9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DC838E-CD8D-1758-6718-623B4C34D4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83AF9B-369A-2A9A-E131-04C2A06C5009}"/>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8" name="Footer Placeholder 7">
            <a:extLst>
              <a:ext uri="{FF2B5EF4-FFF2-40B4-BE49-F238E27FC236}">
                <a16:creationId xmlns:a16="http://schemas.microsoft.com/office/drawing/2014/main" id="{73C260D3-1BEB-5B28-947F-63E2D7C215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574D69-5AF2-B55A-DA40-EE2673DB5769}"/>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3929357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05656-DEDB-4CB3-3968-087078F9EE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85687D-81C4-6C2F-C2B8-25D8F6E056EF}"/>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4" name="Footer Placeholder 3">
            <a:extLst>
              <a:ext uri="{FF2B5EF4-FFF2-40B4-BE49-F238E27FC236}">
                <a16:creationId xmlns:a16="http://schemas.microsoft.com/office/drawing/2014/main" id="{D5A7A5CA-14FF-91EA-C582-C643419E91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1F01F0-5C13-1E9B-2FF2-DF74DF41B1B7}"/>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158224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3B09C1-0163-3EFB-368D-0A60E3C5D357}"/>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3" name="Footer Placeholder 2">
            <a:extLst>
              <a:ext uri="{FF2B5EF4-FFF2-40B4-BE49-F238E27FC236}">
                <a16:creationId xmlns:a16="http://schemas.microsoft.com/office/drawing/2014/main" id="{3047915F-CC58-C91E-CCD6-E399021228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B1704C-B0B6-79DD-91EA-4860A304F326}"/>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4230256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6A04-8F39-0DA4-8E5D-ABF71735EA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77872-2C5F-3853-B69A-F2DD6EFB5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2C5106-E674-87FE-8B5F-E90D34CDAE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5C27B-6130-B774-10C5-58BE2BF8B432}"/>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6" name="Footer Placeholder 5">
            <a:extLst>
              <a:ext uri="{FF2B5EF4-FFF2-40B4-BE49-F238E27FC236}">
                <a16:creationId xmlns:a16="http://schemas.microsoft.com/office/drawing/2014/main" id="{60CD5E1C-0940-B69A-2F20-2A7103AE57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FB5FF5-FEEC-2DDF-7973-EE18E02EAD2E}"/>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2434402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A8DF-D4F5-2CA0-C016-9139A37BC5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2C3796-3EBE-3D68-D27D-CAF311615C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BD5B51-4F76-245F-2D01-7FBA37A037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90DD3D-7212-EAEE-023F-7217C363843C}"/>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6" name="Footer Placeholder 5">
            <a:extLst>
              <a:ext uri="{FF2B5EF4-FFF2-40B4-BE49-F238E27FC236}">
                <a16:creationId xmlns:a16="http://schemas.microsoft.com/office/drawing/2014/main" id="{2687482D-6C0D-976E-1A84-486CBE1351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D2AFA5-39B3-779C-1233-0E650E390D99}"/>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1405767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D3E0-4A7B-DF8E-4D5D-81F6DDA079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3326AB-EDA8-FCEB-53FE-AB3E0F80D0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0B44CE-020A-8207-1CA2-83E0E2AD2FC8}"/>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0266EFB7-214C-BD89-97CB-FEC50CA03A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BC3D7-2A21-426F-6632-CAFF2945FF2C}"/>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898972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121CE5-AB6B-AE78-0DF7-3FE8A9BB3A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B13F3B-0DBE-7D91-37C7-38B7EDF256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55968-B896-370D-D222-CCFE8E7682FB}"/>
              </a:ext>
            </a:extLst>
          </p:cNvPr>
          <p:cNvSpPr>
            <a:spLocks noGrp="1"/>
          </p:cNvSpPr>
          <p:nvPr>
            <p:ph type="dt" sz="half" idx="10"/>
          </p:nvPr>
        </p:nvSpPr>
        <p:spPr/>
        <p:txBody>
          <a:body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55FB89C1-D2F6-B663-BB10-424EF30F3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D221FD-D1F4-4645-4098-8F374689603D}"/>
              </a:ext>
            </a:extLst>
          </p:cNvPr>
          <p:cNvSpPr>
            <a:spLocks noGrp="1"/>
          </p:cNvSpPr>
          <p:nvPr>
            <p:ph type="sldNum" sz="quarter" idx="12"/>
          </p:nvPr>
        </p:nvSpPr>
        <p:spPr/>
        <p:txBody>
          <a:bodyPr/>
          <a:lstStyle/>
          <a:p>
            <a:fld id="{CBB150F3-B23A-41BB-BFFB-EA7A5E23B90E}" type="slidenum">
              <a:rPr lang="en-US" smtClean="0"/>
              <a:t>‹#›</a:t>
            </a:fld>
            <a:endParaRPr lang="en-US"/>
          </a:p>
        </p:txBody>
      </p:sp>
    </p:spTree>
    <p:extLst>
      <p:ext uri="{BB962C8B-B14F-4D97-AF65-F5344CB8AC3E}">
        <p14:creationId xmlns:p14="http://schemas.microsoft.com/office/powerpoint/2010/main" val="301981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40138-B4DF-1EDE-AF60-7A218E8B97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644703-051B-6C58-CC6B-EC4536A48F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667382-4688-EBFD-C845-2CCC466C4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CE5D75-63FC-4820-89A7-4EA7BDED831C}" type="datetimeFigureOut">
              <a:rPr lang="en-US" smtClean="0"/>
              <a:t>11/20/2025</a:t>
            </a:fld>
            <a:endParaRPr lang="en-US"/>
          </a:p>
        </p:txBody>
      </p:sp>
      <p:sp>
        <p:nvSpPr>
          <p:cNvPr id="5" name="Footer Placeholder 4">
            <a:extLst>
              <a:ext uri="{FF2B5EF4-FFF2-40B4-BE49-F238E27FC236}">
                <a16:creationId xmlns:a16="http://schemas.microsoft.com/office/drawing/2014/main" id="{F1B4BF10-1266-F5A5-D749-2E37831A08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A92EA0-DB59-EA62-E4F0-AD5617ECF2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B150F3-B23A-41BB-BFFB-EA7A5E23B90E}" type="slidenum">
              <a:rPr lang="en-US" smtClean="0"/>
              <a:t>‹#›</a:t>
            </a:fld>
            <a:endParaRPr lang="en-US"/>
          </a:p>
        </p:txBody>
      </p:sp>
    </p:spTree>
    <p:extLst>
      <p:ext uri="{BB962C8B-B14F-4D97-AF65-F5344CB8AC3E}">
        <p14:creationId xmlns:p14="http://schemas.microsoft.com/office/powerpoint/2010/main" val="1919548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B874-9461-17E8-9FF7-CD9DE045657A}"/>
              </a:ext>
            </a:extLst>
          </p:cNvPr>
          <p:cNvSpPr>
            <a:spLocks noGrp="1"/>
          </p:cNvSpPr>
          <p:nvPr>
            <p:ph type="ctrTitle"/>
          </p:nvPr>
        </p:nvSpPr>
        <p:spPr/>
        <p:txBody>
          <a:bodyPr/>
          <a:lstStyle/>
          <a:p>
            <a:r>
              <a:rPr lang="en-US" dirty="0"/>
              <a:t>NGRER SAS to R Transition</a:t>
            </a:r>
          </a:p>
        </p:txBody>
      </p:sp>
      <p:sp>
        <p:nvSpPr>
          <p:cNvPr id="3" name="Subtitle 2">
            <a:extLst>
              <a:ext uri="{FF2B5EF4-FFF2-40B4-BE49-F238E27FC236}">
                <a16:creationId xmlns:a16="http://schemas.microsoft.com/office/drawing/2014/main" id="{6EB372A4-1878-E33A-84CF-2349C01C69A9}"/>
              </a:ext>
            </a:extLst>
          </p:cNvPr>
          <p:cNvSpPr>
            <a:spLocks noGrp="1"/>
          </p:cNvSpPr>
          <p:nvPr>
            <p:ph type="subTitle" idx="1"/>
          </p:nvPr>
        </p:nvSpPr>
        <p:spPr/>
        <p:txBody>
          <a:bodyPr/>
          <a:lstStyle/>
          <a:p>
            <a:r>
              <a:rPr lang="en-US" dirty="0"/>
              <a:t>Methodology/Algorithm Validation; Code Transition, Modernization, &amp; Development.</a:t>
            </a:r>
          </a:p>
        </p:txBody>
      </p:sp>
      <p:sp>
        <p:nvSpPr>
          <p:cNvPr id="4" name="TextBox 3">
            <a:extLst>
              <a:ext uri="{FF2B5EF4-FFF2-40B4-BE49-F238E27FC236}">
                <a16:creationId xmlns:a16="http://schemas.microsoft.com/office/drawing/2014/main" id="{1FBA7F24-220A-77F2-D805-90BEEB072EEE}"/>
              </a:ext>
            </a:extLst>
          </p:cNvPr>
          <p:cNvSpPr txBox="1"/>
          <p:nvPr/>
        </p:nvSpPr>
        <p:spPr>
          <a:xfrm>
            <a:off x="465826" y="383828"/>
            <a:ext cx="1896096" cy="461665"/>
          </a:xfrm>
          <a:prstGeom prst="rect">
            <a:avLst/>
          </a:prstGeom>
          <a:solidFill>
            <a:schemeClr val="accent4">
              <a:lumMod val="40000"/>
              <a:lumOff val="60000"/>
            </a:schemeClr>
          </a:solidFill>
        </p:spPr>
        <p:txBody>
          <a:bodyPr wrap="none" rtlCol="0">
            <a:spAutoFit/>
          </a:bodyPr>
          <a:lstStyle/>
          <a:p>
            <a:pPr algn="ctr"/>
            <a:r>
              <a:rPr lang="en-US" sz="1200" dirty="0"/>
              <a:t>Information Current as of:</a:t>
            </a:r>
          </a:p>
          <a:p>
            <a:pPr algn="ctr"/>
            <a:r>
              <a:rPr lang="en-US" sz="1200" dirty="0"/>
              <a:t>2025-11-17</a:t>
            </a:r>
          </a:p>
        </p:txBody>
      </p:sp>
      <p:sp>
        <p:nvSpPr>
          <p:cNvPr id="5" name="TextBox 4">
            <a:extLst>
              <a:ext uri="{FF2B5EF4-FFF2-40B4-BE49-F238E27FC236}">
                <a16:creationId xmlns:a16="http://schemas.microsoft.com/office/drawing/2014/main" id="{A4864D6F-C89B-4D16-095B-C99139A3B3BB}"/>
              </a:ext>
            </a:extLst>
          </p:cNvPr>
          <p:cNvSpPr txBox="1"/>
          <p:nvPr/>
        </p:nvSpPr>
        <p:spPr>
          <a:xfrm>
            <a:off x="9880415" y="5910484"/>
            <a:ext cx="1575175" cy="461665"/>
          </a:xfrm>
          <a:prstGeom prst="rect">
            <a:avLst/>
          </a:prstGeom>
          <a:solidFill>
            <a:schemeClr val="accent4">
              <a:lumMod val="40000"/>
              <a:lumOff val="60000"/>
            </a:schemeClr>
          </a:solidFill>
        </p:spPr>
        <p:txBody>
          <a:bodyPr wrap="none" rtlCol="0">
            <a:spAutoFit/>
          </a:bodyPr>
          <a:lstStyle/>
          <a:p>
            <a:pPr algn="ctr"/>
            <a:r>
              <a:rPr lang="en-US" sz="1200" dirty="0"/>
              <a:t>Reported by:</a:t>
            </a:r>
          </a:p>
          <a:p>
            <a:pPr algn="ctr"/>
            <a:r>
              <a:rPr lang="en-US" sz="1200" dirty="0"/>
              <a:t>Joe Pruitt, ORSA/CTR</a:t>
            </a:r>
          </a:p>
        </p:txBody>
      </p:sp>
    </p:spTree>
    <p:extLst>
      <p:ext uri="{BB962C8B-B14F-4D97-AF65-F5344CB8AC3E}">
        <p14:creationId xmlns:p14="http://schemas.microsoft.com/office/powerpoint/2010/main" val="1891495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7E2DF-1BA7-74E6-E8B7-A592B0D2E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C77BB-0CCF-0B2D-5D97-4F81D81CD8F1}"/>
              </a:ext>
            </a:extLst>
          </p:cNvPr>
          <p:cNvSpPr>
            <a:spLocks noGrp="1"/>
          </p:cNvSpPr>
          <p:nvPr>
            <p:ph type="title"/>
          </p:nvPr>
        </p:nvSpPr>
        <p:spPr/>
        <p:txBody>
          <a:bodyPr>
            <a:normAutofit/>
          </a:bodyPr>
          <a:lstStyle/>
          <a:p>
            <a:r>
              <a:rPr lang="en-US" dirty="0"/>
              <a:t>NGRER SAS Optimization System - Current</a:t>
            </a:r>
          </a:p>
        </p:txBody>
      </p:sp>
      <p:sp>
        <p:nvSpPr>
          <p:cNvPr id="6" name="Content Placeholder 2">
            <a:extLst>
              <a:ext uri="{FF2B5EF4-FFF2-40B4-BE49-F238E27FC236}">
                <a16:creationId xmlns:a16="http://schemas.microsoft.com/office/drawing/2014/main" id="{DA90438B-63F8-B0CD-0BC6-8D0BABEDE4BE}"/>
              </a:ext>
            </a:extLst>
          </p:cNvPr>
          <p:cNvSpPr txBox="1">
            <a:spLocks/>
          </p:cNvSpPr>
          <p:nvPr/>
        </p:nvSpPr>
        <p:spPr>
          <a:xfrm>
            <a:off x="838200" y="1548539"/>
            <a:ext cx="10515600" cy="46284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a:t>Bottom Line Up Front</a:t>
            </a:r>
          </a:p>
          <a:p>
            <a:pPr marL="971550" lvl="1" indent="-514350">
              <a:buFont typeface="+mj-lt"/>
              <a:buAutoNum type="arabicPeriod"/>
            </a:pPr>
            <a:r>
              <a:rPr lang="en-US" sz="2800"/>
              <a:t>Optimization is the RIGHT approach for NGRER's complex resource allocation problem  </a:t>
            </a:r>
          </a:p>
          <a:p>
            <a:pPr marL="971550" lvl="1" indent="-514350">
              <a:buFont typeface="+mj-lt"/>
              <a:buAutoNum type="arabicPeriod"/>
            </a:pPr>
            <a:r>
              <a:rPr lang="en-US" sz="2800"/>
              <a:t>R migration is feasible within DoD constraints  </a:t>
            </a:r>
          </a:p>
          <a:p>
            <a:pPr marL="971550" lvl="1" indent="-514350">
              <a:buFont typeface="+mj-lt"/>
              <a:buAutoNum type="arabicPeriod"/>
            </a:pPr>
            <a:r>
              <a:rPr lang="en-US" sz="2800"/>
              <a:t>Significant long-term benefits justify the migration investment</a:t>
            </a:r>
          </a:p>
          <a:p>
            <a:pPr marL="0" indent="0">
              <a:buFont typeface="Arial" panose="020B0604020202020204" pitchFamily="34" charset="0"/>
              <a:buNone/>
            </a:pPr>
            <a:endParaRPr lang="en-US" sz="3200"/>
          </a:p>
          <a:p>
            <a:pPr marL="0" indent="0">
              <a:buFont typeface="Arial" panose="020B0604020202020204" pitchFamily="34" charset="0"/>
              <a:buNone/>
            </a:pPr>
            <a:r>
              <a:rPr lang="en-US" sz="3200" b="1"/>
              <a:t>Next Step: </a:t>
            </a:r>
            <a:r>
              <a:rPr lang="en-US" sz="3200"/>
              <a:t>Approve Phase 1 proof-of-concept to validate approach with single-component test case</a:t>
            </a:r>
            <a:endParaRPr lang="en-US" sz="3200" dirty="0"/>
          </a:p>
        </p:txBody>
      </p:sp>
    </p:spTree>
    <p:extLst>
      <p:ext uri="{BB962C8B-B14F-4D97-AF65-F5344CB8AC3E}">
        <p14:creationId xmlns:p14="http://schemas.microsoft.com/office/powerpoint/2010/main" val="803300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BBA6A-1176-6C57-0313-71FBEB028AA0}"/>
              </a:ext>
            </a:extLst>
          </p:cNvPr>
          <p:cNvSpPr>
            <a:spLocks noGrp="1"/>
          </p:cNvSpPr>
          <p:nvPr>
            <p:ph type="title"/>
          </p:nvPr>
        </p:nvSpPr>
        <p:spPr/>
        <p:txBody>
          <a:bodyPr>
            <a:normAutofit/>
          </a:bodyPr>
          <a:lstStyle/>
          <a:p>
            <a:r>
              <a:rPr lang="en-US" dirty="0"/>
              <a:t>NGRER SAS Optimization System - Current</a:t>
            </a:r>
          </a:p>
        </p:txBody>
      </p:sp>
      <p:sp>
        <p:nvSpPr>
          <p:cNvPr id="3" name="Content Placeholder 2">
            <a:extLst>
              <a:ext uri="{FF2B5EF4-FFF2-40B4-BE49-F238E27FC236}">
                <a16:creationId xmlns:a16="http://schemas.microsoft.com/office/drawing/2014/main" id="{9440925C-F276-EF44-C541-AADE7EAFC611}"/>
              </a:ext>
            </a:extLst>
          </p:cNvPr>
          <p:cNvSpPr>
            <a:spLocks noGrp="1"/>
          </p:cNvSpPr>
          <p:nvPr>
            <p:ph idx="1"/>
          </p:nvPr>
        </p:nvSpPr>
        <p:spPr>
          <a:xfrm>
            <a:off x="838200" y="1548539"/>
            <a:ext cx="10515600" cy="4870733"/>
          </a:xfrm>
        </p:spPr>
        <p:txBody>
          <a:bodyPr>
            <a:normAutofit fontScale="92500" lnSpcReduction="10000"/>
          </a:bodyPr>
          <a:lstStyle/>
          <a:p>
            <a:pPr marL="0" indent="0">
              <a:lnSpc>
                <a:spcPct val="120000"/>
              </a:lnSpc>
              <a:spcBef>
                <a:spcPts val="0"/>
              </a:spcBef>
              <a:buNone/>
            </a:pPr>
            <a:r>
              <a:rPr lang="en-US" sz="1800" dirty="0">
                <a:latin typeface="Arial" panose="020B0604020202020204" pitchFamily="34" charset="0"/>
                <a:cs typeface="Arial" panose="020B0604020202020204" pitchFamily="34" charset="0"/>
              </a:rPr>
              <a:t>The National Guard and Reserve Equipment Report (NGRER) is a </a:t>
            </a:r>
            <a:r>
              <a:rPr lang="en-US" sz="1800" b="1" dirty="0">
                <a:latin typeface="Arial" panose="020B0604020202020204" pitchFamily="34" charset="0"/>
                <a:cs typeface="Arial" panose="020B0604020202020204" pitchFamily="34" charset="0"/>
              </a:rPr>
              <a:t>congressionally mandated report </a:t>
            </a:r>
            <a:r>
              <a:rPr lang="en-US" sz="1800" dirty="0">
                <a:latin typeface="Arial" panose="020B0604020202020204" pitchFamily="34" charset="0"/>
                <a:cs typeface="Arial" panose="020B0604020202020204" pitchFamily="34" charset="0"/>
              </a:rPr>
              <a:t>that optimally allocates military equipment across Army components to minimize shortfalls and ensure readiness.</a:t>
            </a:r>
          </a:p>
          <a:p>
            <a:pPr marL="0" indent="0">
              <a:lnSpc>
                <a:spcPct val="120000"/>
              </a:lnSpc>
              <a:spcBef>
                <a:spcPts val="0"/>
              </a:spcBef>
              <a:buNone/>
            </a:pPr>
            <a:endParaRPr lang="en-US" sz="18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18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800" b="1" dirty="0">
                <a:latin typeface="Arial" panose="020B0604020202020204" pitchFamily="34" charset="0"/>
                <a:cs typeface="Arial" panose="020B0604020202020204" pitchFamily="34" charset="0"/>
              </a:rPr>
              <a:t>NGRER Optimization System Problem Statement</a:t>
            </a:r>
          </a:p>
          <a:p>
            <a:pPr marL="0" indent="0">
              <a:lnSpc>
                <a:spcPct val="120000"/>
              </a:lnSpc>
              <a:spcBef>
                <a:spcPts val="0"/>
              </a:spcBef>
              <a:buNone/>
            </a:pPr>
            <a:endParaRPr lang="en-US" sz="1800" b="1" dirty="0">
              <a:latin typeface="Arial" panose="020B0604020202020204" pitchFamily="34" charset="0"/>
              <a:cs typeface="Arial" panose="020B0604020202020204" pitchFamily="34" charset="0"/>
            </a:endParaRPr>
          </a:p>
          <a:p>
            <a:pPr>
              <a:lnSpc>
                <a:spcPct val="120000"/>
              </a:lnSpc>
              <a:spcBef>
                <a:spcPts val="0"/>
              </a:spcBef>
            </a:pPr>
            <a:r>
              <a:rPr lang="en-US" sz="1800" b="1" dirty="0">
                <a:latin typeface="Arial" panose="020B0604020202020204" pitchFamily="34" charset="0"/>
                <a:cs typeface="Arial" panose="020B0604020202020204" pitchFamily="34" charset="0"/>
              </a:rPr>
              <a:t>Core Challenge: </a:t>
            </a:r>
            <a:r>
              <a:rPr lang="en-US" sz="1800" dirty="0">
                <a:latin typeface="Arial" panose="020B0604020202020204" pitchFamily="34" charset="0"/>
                <a:cs typeface="Arial" panose="020B0604020202020204" pitchFamily="34" charset="0"/>
              </a:rPr>
              <a:t>HQDA-G8 is divesting SAS licenses, forcing migration of the critical National Guard and Reserve Equipment Report (NGRER) optimization system—comprising 22 interconnected SAS scripts that implement sophisticated mixed-integer linear programming models to allocate billions of dollars in military equipment across Army components for Congressional reporting compliance.</a:t>
            </a:r>
          </a:p>
          <a:p>
            <a:pPr marL="0" indent="0">
              <a:lnSpc>
                <a:spcPct val="120000"/>
              </a:lnSpc>
              <a:spcBef>
                <a:spcPts val="0"/>
              </a:spcBef>
              <a:buNone/>
            </a:pPr>
            <a:endParaRPr lang="en-US" sz="1800" dirty="0">
              <a:latin typeface="Arial" panose="020B0604020202020204" pitchFamily="34" charset="0"/>
              <a:cs typeface="Arial" panose="020B0604020202020204" pitchFamily="34" charset="0"/>
            </a:endParaRPr>
          </a:p>
          <a:p>
            <a:pPr>
              <a:lnSpc>
                <a:spcPct val="120000"/>
              </a:lnSpc>
              <a:spcBef>
                <a:spcPts val="0"/>
              </a:spcBef>
            </a:pPr>
            <a:r>
              <a:rPr lang="en-US" sz="1800" b="1" dirty="0">
                <a:latin typeface="Arial" panose="020B0604020202020204" pitchFamily="34" charset="0"/>
                <a:cs typeface="Arial" panose="020B0604020202020204" pitchFamily="34" charset="0"/>
              </a:rPr>
              <a:t>Immediate Risk: </a:t>
            </a:r>
            <a:r>
              <a:rPr lang="en-US" sz="1800" dirty="0">
                <a:latin typeface="Arial" panose="020B0604020202020204" pitchFamily="34" charset="0"/>
                <a:cs typeface="Arial" panose="020B0604020202020204" pitchFamily="34" charset="0"/>
              </a:rPr>
              <a:t>Without successful migration to R, the Army risks losing analytical capability for the congressionally mandated NGRER that optimizes equipment distribution across Active Component, Army National Guard, Army Reserve, and Army Prepositioned Stocks, potentially compromising statutory reporting requirements and equipment readiness assessments.</a:t>
            </a:r>
          </a:p>
        </p:txBody>
      </p:sp>
    </p:spTree>
    <p:extLst>
      <p:ext uri="{BB962C8B-B14F-4D97-AF65-F5344CB8AC3E}">
        <p14:creationId xmlns:p14="http://schemas.microsoft.com/office/powerpoint/2010/main" val="2238311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7C5AF-8D37-1F1D-42D1-2CC0E3A3C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CEFC3-309E-DA3E-379F-A73B7AB9B609}"/>
              </a:ext>
            </a:extLst>
          </p:cNvPr>
          <p:cNvSpPr>
            <a:spLocks noGrp="1"/>
          </p:cNvSpPr>
          <p:nvPr>
            <p:ph type="title"/>
          </p:nvPr>
        </p:nvSpPr>
        <p:spPr/>
        <p:txBody>
          <a:bodyPr>
            <a:normAutofit/>
          </a:bodyPr>
          <a:lstStyle/>
          <a:p>
            <a:r>
              <a:rPr lang="en-US" dirty="0"/>
              <a:t>NGRER SAS Optimization System - Current</a:t>
            </a:r>
          </a:p>
        </p:txBody>
      </p:sp>
      <p:sp>
        <p:nvSpPr>
          <p:cNvPr id="7" name="Content Placeholder 2">
            <a:extLst>
              <a:ext uri="{FF2B5EF4-FFF2-40B4-BE49-F238E27FC236}">
                <a16:creationId xmlns:a16="http://schemas.microsoft.com/office/drawing/2014/main" id="{5D4E321E-BF73-24F3-D95D-74275C0FA0A6}"/>
              </a:ext>
            </a:extLst>
          </p:cNvPr>
          <p:cNvSpPr txBox="1">
            <a:spLocks/>
          </p:cNvSpPr>
          <p:nvPr/>
        </p:nvSpPr>
        <p:spPr>
          <a:xfrm>
            <a:off x="838200" y="1548538"/>
            <a:ext cx="10515600" cy="487073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b="1" dirty="0"/>
              <a:t>Current System Architecture</a:t>
            </a:r>
          </a:p>
          <a:p>
            <a:pPr marL="457200" lvl="1" indent="0">
              <a:lnSpc>
                <a:spcPct val="120000"/>
              </a:lnSpc>
              <a:spcBef>
                <a:spcPts val="0"/>
              </a:spcBef>
              <a:buNone/>
            </a:pPr>
            <a:r>
              <a:rPr lang="en-US" b="1" dirty="0"/>
              <a:t>Core Components</a:t>
            </a:r>
          </a:p>
          <a:p>
            <a:pPr lvl="1">
              <a:lnSpc>
                <a:spcPct val="120000"/>
              </a:lnSpc>
              <a:spcBef>
                <a:spcPts val="0"/>
              </a:spcBef>
            </a:pPr>
            <a:r>
              <a:rPr lang="en-US" dirty="0"/>
              <a:t>Data Processing - SACS requirements, LDAC inventory, procurement plans</a:t>
            </a:r>
          </a:p>
          <a:p>
            <a:pPr lvl="1">
              <a:lnSpc>
                <a:spcPct val="120000"/>
              </a:lnSpc>
              <a:spcBef>
                <a:spcPts val="0"/>
              </a:spcBef>
            </a:pPr>
            <a:r>
              <a:rPr lang="en-US" dirty="0"/>
              <a:t>Clustering - Graph-based problem decomposition using substitution relationships</a:t>
            </a:r>
          </a:p>
          <a:p>
            <a:pPr lvl="1">
              <a:lnSpc>
                <a:spcPct val="120000"/>
              </a:lnSpc>
              <a:spcBef>
                <a:spcPts val="0"/>
              </a:spcBef>
            </a:pPr>
            <a:r>
              <a:rPr lang="en-US" dirty="0"/>
              <a:t>Optimization - MILP model with 100,000+ variables, 5% optimality gap</a:t>
            </a:r>
          </a:p>
          <a:p>
            <a:pPr lvl="1">
              <a:lnSpc>
                <a:spcPct val="120000"/>
              </a:lnSpc>
              <a:spcBef>
                <a:spcPts val="0"/>
              </a:spcBef>
            </a:pPr>
            <a:r>
              <a:rPr lang="en-US" dirty="0"/>
              <a:t>Reporting - Automated Excel deliverables for Congressional submission</a:t>
            </a:r>
          </a:p>
          <a:p>
            <a:pPr lvl="1">
              <a:lnSpc>
                <a:spcPct val="120000"/>
              </a:lnSpc>
              <a:spcBef>
                <a:spcPts val="0"/>
              </a:spcBef>
            </a:pPr>
            <a:endParaRPr lang="en-US" dirty="0"/>
          </a:p>
          <a:p>
            <a:pPr marL="457200" lvl="1" indent="0">
              <a:lnSpc>
                <a:spcPct val="120000"/>
              </a:lnSpc>
              <a:spcBef>
                <a:spcPts val="0"/>
              </a:spcBef>
              <a:buNone/>
            </a:pPr>
            <a:r>
              <a:rPr lang="en-US" b="1" dirty="0"/>
              <a:t>Two Scenarios</a:t>
            </a:r>
          </a:p>
          <a:p>
            <a:pPr lvl="1">
              <a:lnSpc>
                <a:spcPct val="120000"/>
              </a:lnSpc>
              <a:spcBef>
                <a:spcPts val="0"/>
              </a:spcBef>
            </a:pPr>
            <a:r>
              <a:rPr lang="en-US" dirty="0"/>
              <a:t>GTW (Go-To-War): Allows equipment substitutions</a:t>
            </a:r>
          </a:p>
          <a:p>
            <a:pPr lvl="1">
              <a:lnSpc>
                <a:spcPct val="120000"/>
              </a:lnSpc>
              <a:spcBef>
                <a:spcPts val="0"/>
              </a:spcBef>
            </a:pPr>
            <a:r>
              <a:rPr lang="en-US" dirty="0"/>
              <a:t>OSD: No substitutions (conservative baseline)</a:t>
            </a:r>
          </a:p>
          <a:p>
            <a:pPr marL="0" indent="0">
              <a:lnSpc>
                <a:spcPct val="120000"/>
              </a:lnSpc>
              <a:spcBef>
                <a:spcPts val="0"/>
              </a:spcBef>
              <a:buNone/>
            </a:pPr>
            <a:endParaRPr lang="en-US" dirty="0"/>
          </a:p>
          <a:p>
            <a:pPr marL="0" indent="0">
              <a:lnSpc>
                <a:spcPct val="120000"/>
              </a:lnSpc>
              <a:spcBef>
                <a:spcPts val="0"/>
              </a:spcBef>
              <a:buFont typeface="Arial" panose="020B0604020202020204" pitchFamily="34" charset="0"/>
              <a:buNone/>
            </a:pPr>
            <a:r>
              <a:rPr lang="en-US" b="1" dirty="0"/>
              <a:t>Mathematical Model</a:t>
            </a:r>
          </a:p>
          <a:p>
            <a:pPr lvl="1">
              <a:lnSpc>
                <a:spcPct val="120000"/>
              </a:lnSpc>
              <a:spcBef>
                <a:spcPts val="0"/>
              </a:spcBef>
            </a:pPr>
            <a:r>
              <a:rPr lang="en-US" b="1" dirty="0"/>
              <a:t>Objective Function: </a:t>
            </a:r>
            <a:r>
              <a:rPr lang="en-US" dirty="0"/>
              <a:t>Minimize: 10¹⁰ × ERC-P Shortages + 500 × ERC-A Shortages + Transfer Penalties</a:t>
            </a:r>
          </a:p>
          <a:p>
            <a:pPr lvl="1">
              <a:lnSpc>
                <a:spcPct val="120000"/>
              </a:lnSpc>
              <a:spcBef>
                <a:spcPts val="0"/>
              </a:spcBef>
            </a:pPr>
            <a:r>
              <a:rPr lang="en-US" b="1" dirty="0"/>
              <a:t>Key Constraints</a:t>
            </a:r>
          </a:p>
          <a:p>
            <a:pPr lvl="2">
              <a:lnSpc>
                <a:spcPct val="120000"/>
              </a:lnSpc>
              <a:spcBef>
                <a:spcPts val="0"/>
              </a:spcBef>
            </a:pPr>
            <a:r>
              <a:rPr lang="en-US" dirty="0"/>
              <a:t>Inventory conservation across components (AC, ARNG, USAR, APS)</a:t>
            </a:r>
          </a:p>
          <a:p>
            <a:pPr lvl="2">
              <a:lnSpc>
                <a:spcPct val="120000"/>
              </a:lnSpc>
              <a:spcBef>
                <a:spcPts val="0"/>
              </a:spcBef>
            </a:pPr>
            <a:r>
              <a:rPr lang="en-US" dirty="0"/>
              <a:t>Equipment substitution rules (higher modernization levels only)</a:t>
            </a:r>
          </a:p>
          <a:p>
            <a:pPr lvl="2">
              <a:lnSpc>
                <a:spcPct val="120000"/>
              </a:lnSpc>
              <a:spcBef>
                <a:spcPts val="0"/>
              </a:spcBef>
            </a:pPr>
            <a:r>
              <a:rPr lang="en-US" dirty="0"/>
              <a:t>DARPL unit priorities</a:t>
            </a:r>
          </a:p>
        </p:txBody>
      </p:sp>
    </p:spTree>
    <p:extLst>
      <p:ext uri="{BB962C8B-B14F-4D97-AF65-F5344CB8AC3E}">
        <p14:creationId xmlns:p14="http://schemas.microsoft.com/office/powerpoint/2010/main" val="3546753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29D2-DA16-10DD-6169-AA0500124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86BA0D-B8F9-A13E-4E4B-30FD1BF17DC3}"/>
              </a:ext>
            </a:extLst>
          </p:cNvPr>
          <p:cNvSpPr>
            <a:spLocks noGrp="1"/>
          </p:cNvSpPr>
          <p:nvPr>
            <p:ph type="title"/>
          </p:nvPr>
        </p:nvSpPr>
        <p:spPr/>
        <p:txBody>
          <a:bodyPr>
            <a:normAutofit/>
          </a:bodyPr>
          <a:lstStyle/>
          <a:p>
            <a:r>
              <a:rPr lang="en-US" dirty="0"/>
              <a:t>NGRER SAS Optimization System - Current</a:t>
            </a:r>
          </a:p>
        </p:txBody>
      </p:sp>
      <p:sp>
        <p:nvSpPr>
          <p:cNvPr id="3" name="Content Placeholder 2">
            <a:extLst>
              <a:ext uri="{FF2B5EF4-FFF2-40B4-BE49-F238E27FC236}">
                <a16:creationId xmlns:a16="http://schemas.microsoft.com/office/drawing/2014/main" id="{9D69CC5C-9065-92EC-3BC8-6C8584FB49B0}"/>
              </a:ext>
            </a:extLst>
          </p:cNvPr>
          <p:cNvSpPr>
            <a:spLocks noGrp="1"/>
          </p:cNvSpPr>
          <p:nvPr>
            <p:ph idx="1"/>
          </p:nvPr>
        </p:nvSpPr>
        <p:spPr>
          <a:xfrm>
            <a:off x="838200" y="1690688"/>
            <a:ext cx="5045015" cy="4486275"/>
          </a:xfrm>
        </p:spPr>
        <p:txBody>
          <a:bodyPr>
            <a:normAutofit fontScale="92500" lnSpcReduction="20000"/>
          </a:bodyPr>
          <a:lstStyle/>
          <a:p>
            <a:pPr marL="0" indent="0">
              <a:lnSpc>
                <a:spcPct val="120000"/>
              </a:lnSpc>
              <a:spcBef>
                <a:spcPts val="0"/>
              </a:spcBef>
              <a:buNone/>
            </a:pPr>
            <a:r>
              <a:rPr lang="en-US" sz="1900" b="1" dirty="0">
                <a:latin typeface="Arial" panose="020B0604020202020204" pitchFamily="34" charset="0"/>
                <a:cs typeface="Arial" panose="020B0604020202020204" pitchFamily="34" charset="0"/>
              </a:rPr>
              <a:t>Migration Strategy</a:t>
            </a:r>
          </a:p>
          <a:p>
            <a:pPr marL="0" indent="0">
              <a:lnSpc>
                <a:spcPct val="120000"/>
              </a:lnSpc>
              <a:spcBef>
                <a:spcPts val="0"/>
              </a:spcBef>
              <a:buNone/>
            </a:pPr>
            <a:endParaRPr lang="en-US" sz="1600" b="1" dirty="0">
              <a:latin typeface="Arial" panose="020B0604020202020204" pitchFamily="34" charset="0"/>
              <a:cs typeface="Arial" panose="020B0604020202020204" pitchFamily="34" charset="0"/>
            </a:endParaRPr>
          </a:p>
          <a:p>
            <a:pPr marL="0" indent="0">
              <a:lnSpc>
                <a:spcPct val="120000"/>
              </a:lnSpc>
              <a:spcBef>
                <a:spcPts val="0"/>
              </a:spcBef>
              <a:buNone/>
            </a:pPr>
            <a:r>
              <a:rPr lang="en-US" sz="1600" b="1" dirty="0">
                <a:latin typeface="Arial" panose="020B0604020202020204" pitchFamily="34" charset="0"/>
                <a:cs typeface="Arial" panose="020B0604020202020204" pitchFamily="34" charset="0"/>
              </a:rPr>
              <a:t>Recommended Approach: R</a:t>
            </a:r>
          </a:p>
          <a:p>
            <a:pPr>
              <a:lnSpc>
                <a:spcPct val="120000"/>
              </a:lnSpc>
              <a:spcBef>
                <a:spcPts val="0"/>
              </a:spcBef>
            </a:pPr>
            <a:r>
              <a:rPr lang="en-US" sz="1600" dirty="0">
                <a:latin typeface="Arial" panose="020B0604020202020204" pitchFamily="34" charset="0"/>
                <a:cs typeface="Arial" panose="020B0604020202020204" pitchFamily="34" charset="0"/>
              </a:rPr>
              <a:t>Why R? Built-in optimization solvers work in DoD Nexus environment</a:t>
            </a:r>
          </a:p>
          <a:p>
            <a:pPr>
              <a:lnSpc>
                <a:spcPct val="120000"/>
              </a:lnSpc>
              <a:spcBef>
                <a:spcPts val="0"/>
              </a:spcBef>
            </a:pPr>
            <a:r>
              <a:rPr lang="en-US" sz="1600" dirty="0">
                <a:latin typeface="Arial" panose="020B0604020202020204" pitchFamily="34" charset="0"/>
                <a:cs typeface="Arial" panose="020B0604020202020204" pitchFamily="34" charset="0"/>
              </a:rPr>
              <a:t>Timeline: 22-24 weeks for complete migration</a:t>
            </a:r>
          </a:p>
          <a:p>
            <a:pPr>
              <a:lnSpc>
                <a:spcPct val="120000"/>
              </a:lnSpc>
              <a:spcBef>
                <a:spcPts val="0"/>
              </a:spcBef>
            </a:pPr>
            <a:r>
              <a:rPr lang="en-US" sz="1600" dirty="0">
                <a:latin typeface="Arial" panose="020B0604020202020204" pitchFamily="34" charset="0"/>
                <a:cs typeface="Arial" panose="020B0604020202020204" pitchFamily="34" charset="0"/>
              </a:rPr>
              <a:t>Key Benefits: Better maintainability, modern interfaces, cloud deployment</a:t>
            </a:r>
          </a:p>
          <a:p>
            <a:pPr marL="0" indent="0">
              <a:lnSpc>
                <a:spcPct val="120000"/>
              </a:lnSpc>
              <a:spcBef>
                <a:spcPts val="0"/>
              </a:spcBef>
              <a:buNone/>
            </a:pPr>
            <a:endParaRPr lang="en-US" sz="1600" dirty="0">
              <a:latin typeface="Arial" panose="020B0604020202020204" pitchFamily="34" charset="0"/>
              <a:cs typeface="Arial" panose="020B0604020202020204" pitchFamily="34" charset="0"/>
            </a:endParaRPr>
          </a:p>
          <a:p>
            <a:pPr marL="0" indent="0">
              <a:lnSpc>
                <a:spcPct val="120000"/>
              </a:lnSpc>
              <a:spcBef>
                <a:spcPts val="0"/>
              </a:spcBef>
              <a:buNone/>
            </a:pPr>
            <a:r>
              <a:rPr lang="en-US" sz="1600" b="1" dirty="0">
                <a:latin typeface="Arial" panose="020B0604020202020204" pitchFamily="34" charset="0"/>
                <a:cs typeface="Arial" panose="020B0604020202020204" pitchFamily="34" charset="0"/>
              </a:rPr>
              <a:t>Major Phases</a:t>
            </a:r>
          </a:p>
          <a:p>
            <a:pPr marL="342900" indent="-342900">
              <a:lnSpc>
                <a:spcPct val="120000"/>
              </a:lnSpc>
              <a:spcBef>
                <a:spcPts val="0"/>
              </a:spcBef>
              <a:buFont typeface="+mj-lt"/>
              <a:buAutoNum type="arabicPeriod"/>
            </a:pPr>
            <a:r>
              <a:rPr lang="en-US" sz="1600" dirty="0">
                <a:latin typeface="Arial" panose="020B0604020202020204" pitchFamily="34" charset="0"/>
                <a:cs typeface="Arial" panose="020B0604020202020204" pitchFamily="34" charset="0"/>
              </a:rPr>
              <a:t>Foundation (Weeks 1-4): Environment setup, data mapping</a:t>
            </a:r>
          </a:p>
          <a:p>
            <a:pPr marL="342900" indent="-342900">
              <a:lnSpc>
                <a:spcPct val="120000"/>
              </a:lnSpc>
              <a:spcBef>
                <a:spcPts val="0"/>
              </a:spcBef>
              <a:buFont typeface="+mj-lt"/>
              <a:buAutoNum type="arabicPeriod"/>
            </a:pPr>
            <a:r>
              <a:rPr lang="en-US" sz="1600" dirty="0">
                <a:latin typeface="Arial" panose="020B0604020202020204" pitchFamily="34" charset="0"/>
                <a:cs typeface="Arial" panose="020B0604020202020204" pitchFamily="34" charset="0"/>
              </a:rPr>
              <a:t>Data Processing (Weeks 5-8): Core data transformation</a:t>
            </a:r>
          </a:p>
          <a:p>
            <a:pPr marL="342900" indent="-342900">
              <a:lnSpc>
                <a:spcPct val="120000"/>
              </a:lnSpc>
              <a:spcBef>
                <a:spcPts val="0"/>
              </a:spcBef>
              <a:buFont typeface="+mj-lt"/>
              <a:buAutoNum type="arabicPeriod"/>
            </a:pPr>
            <a:r>
              <a:rPr lang="en-US" sz="1600" dirty="0">
                <a:latin typeface="Arial" panose="020B0604020202020204" pitchFamily="34" charset="0"/>
                <a:cs typeface="Arial" panose="020B0604020202020204" pitchFamily="34" charset="0"/>
              </a:rPr>
              <a:t>Optimization (Weeks 11-14): MILP model implementation</a:t>
            </a:r>
          </a:p>
          <a:p>
            <a:pPr marL="342900" indent="-342900">
              <a:lnSpc>
                <a:spcPct val="120000"/>
              </a:lnSpc>
              <a:spcBef>
                <a:spcPts val="0"/>
              </a:spcBef>
              <a:buFont typeface="+mj-lt"/>
              <a:buAutoNum type="arabicPeriod"/>
            </a:pPr>
            <a:r>
              <a:rPr lang="en-US" sz="1600" dirty="0">
                <a:latin typeface="Arial" panose="020B0604020202020204" pitchFamily="34" charset="0"/>
                <a:cs typeface="Arial" panose="020B0604020202020204" pitchFamily="34" charset="0"/>
              </a:rPr>
              <a:t>Integration (Weeks 19-22): End-to-end system testing</a:t>
            </a:r>
          </a:p>
        </p:txBody>
      </p:sp>
      <p:sp>
        <p:nvSpPr>
          <p:cNvPr id="4" name="Content Placeholder 2">
            <a:extLst>
              <a:ext uri="{FF2B5EF4-FFF2-40B4-BE49-F238E27FC236}">
                <a16:creationId xmlns:a16="http://schemas.microsoft.com/office/drawing/2014/main" id="{4CD1A17B-35AA-16D8-D9A7-6710BE488CF6}"/>
              </a:ext>
            </a:extLst>
          </p:cNvPr>
          <p:cNvSpPr txBox="1">
            <a:spLocks/>
          </p:cNvSpPr>
          <p:nvPr/>
        </p:nvSpPr>
        <p:spPr>
          <a:xfrm>
            <a:off x="6096000" y="1690688"/>
            <a:ext cx="5257800" cy="44862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0"/>
              </a:spcBef>
              <a:buFont typeface="Arial" panose="020B0604020202020204" pitchFamily="34" charset="0"/>
              <a:buNone/>
            </a:pPr>
            <a:r>
              <a:rPr lang="en-US" sz="1800" b="1" dirty="0">
                <a:latin typeface="Arial" panose="020B0604020202020204" pitchFamily="34" charset="0"/>
                <a:cs typeface="Arial" panose="020B0604020202020204" pitchFamily="34" charset="0"/>
              </a:rPr>
              <a:t>Value Proposition</a:t>
            </a:r>
          </a:p>
          <a:p>
            <a:pPr marL="0" indent="0">
              <a:lnSpc>
                <a:spcPct val="120000"/>
              </a:lnSpc>
              <a:spcBef>
                <a:spcPts val="0"/>
              </a:spcBef>
              <a:buFont typeface="Arial" panose="020B0604020202020204" pitchFamily="34" charset="0"/>
              <a:buNone/>
            </a:pPr>
            <a:endParaRPr lang="en-US" sz="1500" b="1" dirty="0">
              <a:latin typeface="Arial" panose="020B0604020202020204" pitchFamily="34" charset="0"/>
              <a:cs typeface="Arial" panose="020B0604020202020204" pitchFamily="34" charset="0"/>
            </a:endParaRPr>
          </a:p>
          <a:p>
            <a:pPr marL="0" indent="0">
              <a:lnSpc>
                <a:spcPct val="120000"/>
              </a:lnSpc>
              <a:spcBef>
                <a:spcPts val="0"/>
              </a:spcBef>
              <a:buFont typeface="Arial" panose="020B0604020202020204" pitchFamily="34" charset="0"/>
              <a:buNone/>
            </a:pPr>
            <a:r>
              <a:rPr lang="en-US" sz="1500" b="1" dirty="0">
                <a:latin typeface="Arial" panose="020B0604020202020204" pitchFamily="34" charset="0"/>
                <a:cs typeface="Arial" panose="020B0604020202020204" pitchFamily="34" charset="0"/>
              </a:rPr>
              <a:t>Technical Benefits</a:t>
            </a:r>
          </a:p>
          <a:p>
            <a:pPr>
              <a:lnSpc>
                <a:spcPct val="120000"/>
              </a:lnSpc>
              <a:spcBef>
                <a:spcPts val="0"/>
              </a:spcBef>
            </a:pPr>
            <a:r>
              <a:rPr lang="en-US" sz="1500" dirty="0">
                <a:latin typeface="Arial" panose="020B0604020202020204" pitchFamily="34" charset="0"/>
                <a:cs typeface="Arial" panose="020B0604020202020204" pitchFamily="34" charset="0"/>
              </a:rPr>
              <a:t>50-80% performance improvement with modern solvers</a:t>
            </a:r>
          </a:p>
          <a:p>
            <a:pPr>
              <a:lnSpc>
                <a:spcPct val="120000"/>
              </a:lnSpc>
              <a:spcBef>
                <a:spcPts val="0"/>
              </a:spcBef>
            </a:pPr>
            <a:r>
              <a:rPr lang="en-US" sz="1500" dirty="0">
                <a:latin typeface="Arial" panose="020B0604020202020204" pitchFamily="34" charset="0"/>
                <a:cs typeface="Arial" panose="020B0604020202020204" pitchFamily="34" charset="0"/>
              </a:rPr>
              <a:t>Enhanced maintainability with modular R architecture</a:t>
            </a:r>
          </a:p>
          <a:p>
            <a:pPr>
              <a:lnSpc>
                <a:spcPct val="120000"/>
              </a:lnSpc>
              <a:spcBef>
                <a:spcPts val="0"/>
              </a:spcBef>
            </a:pPr>
            <a:r>
              <a:rPr lang="en-US" sz="1500" dirty="0">
                <a:latin typeface="Arial" panose="020B0604020202020204" pitchFamily="34" charset="0"/>
                <a:cs typeface="Arial" panose="020B0604020202020204" pitchFamily="34" charset="0"/>
              </a:rPr>
              <a:t>Better scalability for growing data volumes</a:t>
            </a:r>
          </a:p>
          <a:p>
            <a:pPr marL="0" indent="0">
              <a:lnSpc>
                <a:spcPct val="120000"/>
              </a:lnSpc>
              <a:spcBef>
                <a:spcPts val="0"/>
              </a:spcBef>
              <a:buFont typeface="Arial" panose="020B0604020202020204" pitchFamily="34" charset="0"/>
              <a:buNone/>
            </a:pPr>
            <a:endParaRPr lang="en-US" sz="1500" dirty="0">
              <a:latin typeface="Arial" panose="020B0604020202020204" pitchFamily="34" charset="0"/>
              <a:cs typeface="Arial" panose="020B0604020202020204" pitchFamily="34" charset="0"/>
            </a:endParaRPr>
          </a:p>
          <a:p>
            <a:pPr marL="0" indent="0">
              <a:lnSpc>
                <a:spcPct val="120000"/>
              </a:lnSpc>
              <a:spcBef>
                <a:spcPts val="0"/>
              </a:spcBef>
              <a:buFont typeface="Arial" panose="020B0604020202020204" pitchFamily="34" charset="0"/>
              <a:buNone/>
            </a:pPr>
            <a:r>
              <a:rPr lang="en-US" sz="1500" b="1" dirty="0">
                <a:latin typeface="Arial" panose="020B0604020202020204" pitchFamily="34" charset="0"/>
                <a:cs typeface="Arial" panose="020B0604020202020204" pitchFamily="34" charset="0"/>
              </a:rPr>
              <a:t>Operational Benefits</a:t>
            </a:r>
          </a:p>
          <a:p>
            <a:pPr>
              <a:lnSpc>
                <a:spcPct val="120000"/>
              </a:lnSpc>
              <a:spcBef>
                <a:spcPts val="0"/>
              </a:spcBef>
            </a:pPr>
            <a:r>
              <a:rPr lang="en-US" sz="1500" dirty="0">
                <a:latin typeface="Arial" panose="020B0604020202020204" pitchFamily="34" charset="0"/>
                <a:cs typeface="Arial" panose="020B0604020202020204" pitchFamily="34" charset="0"/>
              </a:rPr>
              <a:t>Maintains analytical rigor required for Congressional reporting</a:t>
            </a:r>
          </a:p>
          <a:p>
            <a:pPr>
              <a:lnSpc>
                <a:spcPct val="120000"/>
              </a:lnSpc>
              <a:spcBef>
                <a:spcPts val="0"/>
              </a:spcBef>
            </a:pPr>
            <a:r>
              <a:rPr lang="en-US" sz="1500" dirty="0">
                <a:latin typeface="Arial" panose="020B0604020202020204" pitchFamily="34" charset="0"/>
                <a:cs typeface="Arial" panose="020B0604020202020204" pitchFamily="34" charset="0"/>
              </a:rPr>
              <a:t>Preserves existing mathematical models that are proven effective</a:t>
            </a:r>
          </a:p>
          <a:p>
            <a:pPr>
              <a:lnSpc>
                <a:spcPct val="120000"/>
              </a:lnSpc>
              <a:spcBef>
                <a:spcPts val="0"/>
              </a:spcBef>
            </a:pPr>
            <a:r>
              <a:rPr lang="en-US" sz="1500" dirty="0">
                <a:latin typeface="Arial" panose="020B0604020202020204" pitchFamily="34" charset="0"/>
                <a:cs typeface="Arial" panose="020B0604020202020204" pitchFamily="34" charset="0"/>
              </a:rPr>
              <a:t>Enables future enhancements (real-time optimization, interactive dashboards)</a:t>
            </a:r>
          </a:p>
        </p:txBody>
      </p:sp>
    </p:spTree>
    <p:extLst>
      <p:ext uri="{BB962C8B-B14F-4D97-AF65-F5344CB8AC3E}">
        <p14:creationId xmlns:p14="http://schemas.microsoft.com/office/powerpoint/2010/main" val="397912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F0533-EC7E-CEC6-0D78-0BD84B3C03D0}"/>
              </a:ext>
            </a:extLst>
          </p:cNvPr>
          <p:cNvSpPr>
            <a:spLocks noGrp="1"/>
          </p:cNvSpPr>
          <p:nvPr>
            <p:ph type="title"/>
          </p:nvPr>
        </p:nvSpPr>
        <p:spPr/>
        <p:txBody>
          <a:bodyPr/>
          <a:lstStyle/>
          <a:p>
            <a:r>
              <a:rPr lang="en-US" dirty="0"/>
              <a:t>NGRER SAS to R – POAM (Overview)</a:t>
            </a:r>
          </a:p>
        </p:txBody>
      </p:sp>
      <p:sp>
        <p:nvSpPr>
          <p:cNvPr id="3" name="Content Placeholder 2">
            <a:extLst>
              <a:ext uri="{FF2B5EF4-FFF2-40B4-BE49-F238E27FC236}">
                <a16:creationId xmlns:a16="http://schemas.microsoft.com/office/drawing/2014/main" id="{8E2DEE16-EFC7-ECBC-24B2-47B6D58FB06F}"/>
              </a:ext>
            </a:extLst>
          </p:cNvPr>
          <p:cNvSpPr>
            <a:spLocks noGrp="1"/>
          </p:cNvSpPr>
          <p:nvPr>
            <p:ph idx="1"/>
          </p:nvPr>
        </p:nvSpPr>
        <p:spPr>
          <a:xfrm>
            <a:off x="838200" y="1425800"/>
            <a:ext cx="10515600" cy="1157093"/>
          </a:xfrm>
        </p:spPr>
        <p:txBody>
          <a:bodyPr>
            <a:noAutofit/>
          </a:bodyPr>
          <a:lstStyle/>
          <a:p>
            <a:r>
              <a:rPr lang="en-US" sz="1400" b="1" dirty="0">
                <a:latin typeface="Arial" panose="020B0604020202020204" pitchFamily="34" charset="0"/>
                <a:cs typeface="Arial" panose="020B0604020202020204" pitchFamily="34" charset="0"/>
              </a:rPr>
              <a:t>Task: </a:t>
            </a:r>
            <a:r>
              <a:rPr lang="en-US" sz="1400" dirty="0">
                <a:latin typeface="Arial" panose="020B0604020202020204" pitchFamily="34" charset="0"/>
                <a:cs typeface="Arial" panose="020B0604020202020204" pitchFamily="34" charset="0"/>
              </a:rPr>
              <a:t>Migrate the National Guard and Reserve Equipment Report (NGRER) optimization system from legacy SAS to R programming environment while preserving all mathematical optimization capabilities and statutory reporting compliance.</a:t>
            </a:r>
          </a:p>
          <a:p>
            <a:r>
              <a:rPr lang="en-US" sz="1400" b="1" dirty="0">
                <a:latin typeface="Arial" panose="020B0604020202020204" pitchFamily="34" charset="0"/>
                <a:cs typeface="Arial" panose="020B0604020202020204" pitchFamily="34" charset="0"/>
              </a:rPr>
              <a:t>Purpose: </a:t>
            </a:r>
            <a:r>
              <a:rPr lang="en-US" sz="1400" dirty="0">
                <a:latin typeface="Arial" panose="020B0604020202020204" pitchFamily="34" charset="0"/>
                <a:cs typeface="Arial" panose="020B0604020202020204" pitchFamily="34" charset="0"/>
              </a:rPr>
              <a:t>Modernize the Army's equipment allocation analytical capabilities to ensure continued optimal resource distribution across Active Component, Army National Guard, and Army Reserve formations for Congressional readiness reporting.</a:t>
            </a:r>
          </a:p>
        </p:txBody>
      </p:sp>
      <p:sp>
        <p:nvSpPr>
          <p:cNvPr id="5" name="TextBox 4">
            <a:extLst>
              <a:ext uri="{FF2B5EF4-FFF2-40B4-BE49-F238E27FC236}">
                <a16:creationId xmlns:a16="http://schemas.microsoft.com/office/drawing/2014/main" id="{AB639A86-F963-D61B-2CA0-3A0CAB9E1F20}"/>
              </a:ext>
            </a:extLst>
          </p:cNvPr>
          <p:cNvSpPr txBox="1"/>
          <p:nvPr/>
        </p:nvSpPr>
        <p:spPr>
          <a:xfrm>
            <a:off x="6096000" y="2646872"/>
            <a:ext cx="5257800" cy="3600986"/>
          </a:xfrm>
          <a:prstGeom prst="rect">
            <a:avLst/>
          </a:prstGeom>
          <a:noFill/>
        </p:spPr>
        <p:txBody>
          <a:bodyPr wrap="square">
            <a:spAutoFit/>
          </a:bodyPr>
          <a:lstStyle/>
          <a:p>
            <a:r>
              <a:rPr lang="en-US" sz="1200" b="1" dirty="0"/>
              <a:t>Completed Work:</a:t>
            </a:r>
          </a:p>
          <a:p>
            <a:r>
              <a:rPr lang="en-US" sz="1200" dirty="0"/>
              <a:t>Week 1: Verify DoD Nexus R package availability</a:t>
            </a:r>
          </a:p>
          <a:p>
            <a:pPr marL="171450" indent="-171450">
              <a:buFont typeface="Arial" panose="020B0604020202020204" pitchFamily="34" charset="0"/>
              <a:buChar char="•"/>
            </a:pPr>
            <a:r>
              <a:rPr lang="en-US" sz="1200" dirty="0"/>
              <a:t>Installed and tested: ‘</a:t>
            </a:r>
            <a:r>
              <a:rPr lang="en-US" sz="1200" dirty="0" err="1"/>
              <a:t>lpSolve</a:t>
            </a:r>
            <a:r>
              <a:rPr lang="en-US" sz="1200" dirty="0"/>
              <a:t>`, `ROI`, `</a:t>
            </a:r>
            <a:r>
              <a:rPr lang="en-US" sz="1200" dirty="0" err="1"/>
              <a:t>Rglpk</a:t>
            </a:r>
            <a:r>
              <a:rPr lang="en-US" sz="1200" dirty="0"/>
              <a:t>`, `</a:t>
            </a:r>
            <a:r>
              <a:rPr lang="en-US" sz="1200" dirty="0" err="1"/>
              <a:t>dplyr</a:t>
            </a:r>
            <a:r>
              <a:rPr lang="en-US" sz="1200" dirty="0"/>
              <a:t>`, `</a:t>
            </a:r>
            <a:r>
              <a:rPr lang="en-US" sz="1200" dirty="0" err="1"/>
              <a:t>data.table</a:t>
            </a:r>
            <a:r>
              <a:rPr lang="en-US" sz="1200" dirty="0"/>
              <a:t>`, `</a:t>
            </a:r>
            <a:r>
              <a:rPr lang="en-US" sz="1200" dirty="0" err="1"/>
              <a:t>readxl</a:t>
            </a:r>
            <a:r>
              <a:rPr lang="en-US" sz="1200" dirty="0"/>
              <a:t>`, `</a:t>
            </a:r>
            <a:r>
              <a:rPr lang="en-US" sz="1200" dirty="0" err="1"/>
              <a:t>openxlsx</a:t>
            </a:r>
            <a:r>
              <a:rPr lang="en-US" sz="1200" dirty="0"/>
              <a:t>`, `</a:t>
            </a:r>
            <a:r>
              <a:rPr lang="en-US" sz="1200" dirty="0" err="1"/>
              <a:t>igraph</a:t>
            </a:r>
            <a:r>
              <a:rPr lang="en-US" sz="1200" dirty="0"/>
              <a:t>’</a:t>
            </a:r>
          </a:p>
          <a:p>
            <a:pPr marL="171450" indent="-171450">
              <a:buFont typeface="Arial" panose="020B0604020202020204" pitchFamily="34" charset="0"/>
              <a:buChar char="•"/>
            </a:pPr>
            <a:r>
              <a:rPr lang="en-US" sz="1200" dirty="0"/>
              <a:t>All relevant libraries available in </a:t>
            </a:r>
            <a:r>
              <a:rPr lang="en-US" sz="1200" dirty="0" err="1"/>
              <a:t>cProbe</a:t>
            </a:r>
            <a:r>
              <a:rPr lang="en-US" sz="1200" dirty="0"/>
              <a:t> Workbench and </a:t>
            </a:r>
            <a:r>
              <a:rPr lang="en-US" sz="1200" dirty="0" err="1"/>
              <a:t>Rstudio</a:t>
            </a:r>
            <a:r>
              <a:rPr lang="en-US" sz="1200" dirty="0"/>
              <a:t> Desktop</a:t>
            </a:r>
          </a:p>
          <a:p>
            <a:endParaRPr lang="en-US" sz="1200" dirty="0"/>
          </a:p>
          <a:p>
            <a:r>
              <a:rPr lang="en-US" sz="1200" b="1" dirty="0"/>
              <a:t>Ongoing Work:</a:t>
            </a:r>
          </a:p>
          <a:p>
            <a:r>
              <a:rPr lang="en-US" sz="1200" dirty="0"/>
              <a:t>Week 2: Complete data source inventory</a:t>
            </a:r>
          </a:p>
          <a:p>
            <a:pPr marL="171450" indent="-171450">
              <a:buFont typeface="Arial" panose="020B0604020202020204" pitchFamily="34" charset="0"/>
              <a:buChar char="•"/>
            </a:pPr>
            <a:r>
              <a:rPr lang="en-US" sz="1200" dirty="0"/>
              <a:t>Map all 8 required input files to R data structures</a:t>
            </a:r>
          </a:p>
          <a:p>
            <a:pPr marL="171450" indent="-171450">
              <a:buFont typeface="Arial" panose="020B0604020202020204" pitchFamily="34" charset="0"/>
              <a:buChar char="•"/>
            </a:pPr>
            <a:r>
              <a:rPr lang="en-US" sz="1200" dirty="0"/>
              <a:t>Document data transformations and business rules</a:t>
            </a:r>
          </a:p>
          <a:p>
            <a:pPr marL="171450" indent="-171450">
              <a:buFont typeface="Arial" panose="020B0604020202020204" pitchFamily="34" charset="0"/>
              <a:buChar char="•"/>
            </a:pPr>
            <a:r>
              <a:rPr lang="en-US" sz="1200" dirty="0"/>
              <a:t>Create data dictionary with field mappings</a:t>
            </a:r>
          </a:p>
          <a:p>
            <a:pPr marL="171450" indent="-171450">
              <a:buFont typeface="Arial" panose="020B0604020202020204" pitchFamily="34" charset="0"/>
              <a:buChar char="•"/>
            </a:pPr>
            <a:r>
              <a:rPr lang="en-US" sz="1200" dirty="0"/>
              <a:t>Establish data quality validation rules</a:t>
            </a:r>
          </a:p>
          <a:p>
            <a:endParaRPr lang="en-US" sz="1200" dirty="0"/>
          </a:p>
          <a:p>
            <a:r>
              <a:rPr lang="en-US" sz="1200" b="1" dirty="0"/>
              <a:t>Future Work:</a:t>
            </a:r>
          </a:p>
          <a:p>
            <a:r>
              <a:rPr lang="en-US" sz="1200" dirty="0"/>
              <a:t>Weeks 3-4: Define R project structure and standards</a:t>
            </a:r>
          </a:p>
          <a:p>
            <a:pPr marL="171450" indent="-171450">
              <a:buFont typeface="Arial" panose="020B0604020202020204" pitchFamily="34" charset="0"/>
              <a:buChar char="•"/>
            </a:pPr>
            <a:r>
              <a:rPr lang="en-US" sz="1200" dirty="0"/>
              <a:t>Establish coding conventions and documentation standards</a:t>
            </a:r>
          </a:p>
          <a:p>
            <a:pPr marL="171450" indent="-171450">
              <a:buFont typeface="Arial" panose="020B0604020202020204" pitchFamily="34" charset="0"/>
              <a:buChar char="•"/>
            </a:pPr>
            <a:r>
              <a:rPr lang="en-US" sz="1200" dirty="0"/>
              <a:t>Design modular architecture with clear interfaces</a:t>
            </a:r>
          </a:p>
          <a:p>
            <a:pPr marL="171450" indent="-171450">
              <a:buFont typeface="Arial" panose="020B0604020202020204" pitchFamily="34" charset="0"/>
              <a:buChar char="•"/>
            </a:pPr>
            <a:r>
              <a:rPr lang="en-US" sz="1200" dirty="0"/>
              <a:t>Create logging and error handling framework</a:t>
            </a:r>
          </a:p>
          <a:p>
            <a:pPr marL="171450" indent="-171450">
              <a:buFont typeface="Arial" panose="020B0604020202020204" pitchFamily="34" charset="0"/>
              <a:buChar char="•"/>
            </a:pPr>
            <a:r>
              <a:rPr lang="en-US" sz="1200" dirty="0"/>
              <a:t>Set up version control and testing infrastructure</a:t>
            </a:r>
          </a:p>
        </p:txBody>
      </p:sp>
      <p:sp>
        <p:nvSpPr>
          <p:cNvPr id="7" name="TextBox 6">
            <a:extLst>
              <a:ext uri="{FF2B5EF4-FFF2-40B4-BE49-F238E27FC236}">
                <a16:creationId xmlns:a16="http://schemas.microsoft.com/office/drawing/2014/main" id="{FD937C59-D481-7235-4B1F-818655617E01}"/>
              </a:ext>
            </a:extLst>
          </p:cNvPr>
          <p:cNvSpPr txBox="1"/>
          <p:nvPr/>
        </p:nvSpPr>
        <p:spPr>
          <a:xfrm>
            <a:off x="838200" y="2646872"/>
            <a:ext cx="4915619" cy="2462213"/>
          </a:xfrm>
          <a:prstGeom prst="rect">
            <a:avLst/>
          </a:prstGeom>
          <a:noFill/>
        </p:spPr>
        <p:txBody>
          <a:bodyPr wrap="square">
            <a:spAutoFit/>
          </a:bodyPr>
          <a:lstStyle/>
          <a:p>
            <a:r>
              <a:rPr lang="en-US" sz="1400" b="1" dirty="0"/>
              <a:t>Project Phases:</a:t>
            </a:r>
          </a:p>
          <a:p>
            <a:pPr marL="285750" indent="-285750">
              <a:buFont typeface="Arial" panose="020B0604020202020204" pitchFamily="34" charset="0"/>
              <a:buChar char="•"/>
            </a:pPr>
            <a:r>
              <a:rPr lang="en-US" sz="1400" dirty="0"/>
              <a:t>Phase 1: Foundation and Infrastructure (Weeks 1-4)</a:t>
            </a:r>
          </a:p>
          <a:p>
            <a:pPr marL="285750" indent="-285750">
              <a:buFont typeface="Arial" panose="020B0604020202020204" pitchFamily="34" charset="0"/>
              <a:buChar char="•"/>
            </a:pPr>
            <a:r>
              <a:rPr lang="en-US" sz="1400" dirty="0"/>
              <a:t>Phase 2: Core Data Processing Migration (Weeks 5-8)</a:t>
            </a:r>
          </a:p>
          <a:p>
            <a:pPr marL="285750" indent="-285750">
              <a:buFont typeface="Arial" panose="020B0604020202020204" pitchFamily="34" charset="0"/>
              <a:buChar char="•"/>
            </a:pPr>
            <a:r>
              <a:rPr lang="en-US" sz="1400" dirty="0"/>
              <a:t>Phase 2.5: Advanced Optimization Features (Weeks 9-12)</a:t>
            </a:r>
          </a:p>
          <a:p>
            <a:pPr marL="285750" indent="-285750">
              <a:buFont typeface="Arial" panose="020B0604020202020204" pitchFamily="34" charset="0"/>
              <a:buChar char="•"/>
            </a:pPr>
            <a:r>
              <a:rPr lang="en-US" sz="1400" dirty="0"/>
              <a:t>Phase 3: Clustering and Problem Decomposition (Weeks 13-14)</a:t>
            </a:r>
          </a:p>
          <a:p>
            <a:pPr marL="285750" indent="-285750">
              <a:buFont typeface="Arial" panose="020B0604020202020204" pitchFamily="34" charset="0"/>
              <a:buChar char="•"/>
            </a:pPr>
            <a:r>
              <a:rPr lang="en-US" sz="1400" dirty="0"/>
              <a:t>Phase 4: Core Optimization Engine (Weeks 15-18)</a:t>
            </a:r>
          </a:p>
          <a:p>
            <a:pPr marL="285750" indent="-285750">
              <a:buFont typeface="Arial" panose="020B0604020202020204" pitchFamily="34" charset="0"/>
              <a:buChar char="•"/>
            </a:pPr>
            <a:r>
              <a:rPr lang="en-US" sz="1400" dirty="0"/>
              <a:t>Phase 5: Reporting and Analysis (Weeks 19-22)</a:t>
            </a:r>
          </a:p>
          <a:p>
            <a:pPr marL="285750" indent="-285750">
              <a:buFont typeface="Arial" panose="020B0604020202020204" pitchFamily="34" charset="0"/>
              <a:buChar char="•"/>
            </a:pPr>
            <a:r>
              <a:rPr lang="en-US" sz="1400" dirty="0"/>
              <a:t>Phase 6: Integration and System Testing (Weeks 23-26)</a:t>
            </a:r>
          </a:p>
          <a:p>
            <a:pPr marL="285750" indent="-285750">
              <a:buFont typeface="Arial" panose="020B0604020202020204" pitchFamily="34" charset="0"/>
              <a:buChar char="•"/>
            </a:pPr>
            <a:r>
              <a:rPr lang="en-US" sz="1400" dirty="0"/>
              <a:t>Follow-On Phase: Additional Optimization and Reporting Excursions; Automation (Weeks 27+)</a:t>
            </a:r>
          </a:p>
        </p:txBody>
      </p:sp>
      <p:sp>
        <p:nvSpPr>
          <p:cNvPr id="8" name="TextBox 7">
            <a:extLst>
              <a:ext uri="{FF2B5EF4-FFF2-40B4-BE49-F238E27FC236}">
                <a16:creationId xmlns:a16="http://schemas.microsoft.com/office/drawing/2014/main" id="{E41E0414-A709-31A6-1146-554085CF6614}"/>
              </a:ext>
            </a:extLst>
          </p:cNvPr>
          <p:cNvSpPr txBox="1"/>
          <p:nvPr/>
        </p:nvSpPr>
        <p:spPr>
          <a:xfrm>
            <a:off x="5771833" y="2518915"/>
            <a:ext cx="505267" cy="523220"/>
          </a:xfrm>
          <a:prstGeom prst="rect">
            <a:avLst/>
          </a:prstGeom>
          <a:noFill/>
        </p:spPr>
        <p:txBody>
          <a:bodyPr wrap="none" rtlCol="0">
            <a:spAutoFit/>
          </a:bodyPr>
          <a:lstStyle/>
          <a:p>
            <a:r>
              <a:rPr lang="en-US" sz="2800" b="1" dirty="0">
                <a:solidFill>
                  <a:schemeClr val="accent6"/>
                </a:solidFill>
                <a:latin typeface="Wingdings 2" panose="05020102010507070707" pitchFamily="18" charset="2"/>
              </a:rPr>
              <a:t>R</a:t>
            </a:r>
          </a:p>
        </p:txBody>
      </p:sp>
      <p:sp>
        <p:nvSpPr>
          <p:cNvPr id="10" name="TextBox 9">
            <a:extLst>
              <a:ext uri="{FF2B5EF4-FFF2-40B4-BE49-F238E27FC236}">
                <a16:creationId xmlns:a16="http://schemas.microsoft.com/office/drawing/2014/main" id="{EA2309E5-BD72-E736-8488-EB8B1E183840}"/>
              </a:ext>
            </a:extLst>
          </p:cNvPr>
          <p:cNvSpPr txBox="1"/>
          <p:nvPr/>
        </p:nvSpPr>
        <p:spPr>
          <a:xfrm>
            <a:off x="5805496" y="4865870"/>
            <a:ext cx="471604" cy="584775"/>
          </a:xfrm>
          <a:prstGeom prst="rect">
            <a:avLst/>
          </a:prstGeom>
          <a:noFill/>
        </p:spPr>
        <p:txBody>
          <a:bodyPr wrap="none" rtlCol="0">
            <a:spAutoFit/>
          </a:bodyPr>
          <a:lstStyle/>
          <a:p>
            <a:r>
              <a:rPr lang="en-US" sz="3200" b="1" dirty="0">
                <a:solidFill>
                  <a:srgbClr val="0070C0"/>
                </a:solidFill>
                <a:latin typeface="Wingdings 2" panose="05020102010507070707" pitchFamily="18" charset="2"/>
              </a:rPr>
              <a:t>2</a:t>
            </a:r>
          </a:p>
        </p:txBody>
      </p:sp>
      <p:sp>
        <p:nvSpPr>
          <p:cNvPr id="11" name="Rectangle 10">
            <a:extLst>
              <a:ext uri="{FF2B5EF4-FFF2-40B4-BE49-F238E27FC236}">
                <a16:creationId xmlns:a16="http://schemas.microsoft.com/office/drawing/2014/main" id="{F2972556-B84F-22B0-0205-853FC6AC7A71}"/>
              </a:ext>
            </a:extLst>
          </p:cNvPr>
          <p:cNvSpPr/>
          <p:nvPr/>
        </p:nvSpPr>
        <p:spPr>
          <a:xfrm>
            <a:off x="5852177" y="3741702"/>
            <a:ext cx="243823" cy="272551"/>
          </a:xfrm>
          <a:prstGeom prst="rect">
            <a:avLst/>
          </a:prstGeom>
          <a:solidFill>
            <a:srgbClr val="F2F2F2">
              <a:alpha val="40000"/>
            </a:srgbClr>
          </a:solid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1755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allout: Right Arrow 16">
            <a:extLst>
              <a:ext uri="{FF2B5EF4-FFF2-40B4-BE49-F238E27FC236}">
                <a16:creationId xmlns:a16="http://schemas.microsoft.com/office/drawing/2014/main" id="{8F31ADD2-1287-22B8-85BA-3199099A12C7}"/>
              </a:ext>
            </a:extLst>
          </p:cNvPr>
          <p:cNvSpPr/>
          <p:nvPr/>
        </p:nvSpPr>
        <p:spPr>
          <a:xfrm>
            <a:off x="10419245" y="1690688"/>
            <a:ext cx="1591939" cy="1486694"/>
          </a:xfrm>
          <a:prstGeom prst="rightArrowCallou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000" b="1" dirty="0"/>
              <a:t>Follow-On Phase:</a:t>
            </a:r>
          </a:p>
          <a:p>
            <a:pPr algn="ctr"/>
            <a:r>
              <a:rPr lang="en-US" sz="1000" b="1" dirty="0"/>
              <a:t>Additional Optimization and Reporting Excursions; Automation (Weeks 27+)</a:t>
            </a:r>
          </a:p>
        </p:txBody>
      </p:sp>
      <p:sp>
        <p:nvSpPr>
          <p:cNvPr id="83" name="Callout: Right Arrow 82">
            <a:extLst>
              <a:ext uri="{FF2B5EF4-FFF2-40B4-BE49-F238E27FC236}">
                <a16:creationId xmlns:a16="http://schemas.microsoft.com/office/drawing/2014/main" id="{0BAD6A50-9D87-4880-8823-CCB4A1506FA0}"/>
              </a:ext>
            </a:extLst>
          </p:cNvPr>
          <p:cNvSpPr/>
          <p:nvPr/>
        </p:nvSpPr>
        <p:spPr>
          <a:xfrm>
            <a:off x="8961953"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6: Integration and System Testing (Weeks 23-26)</a:t>
            </a:r>
            <a:endParaRPr lang="en-US" sz="1050" dirty="0"/>
          </a:p>
        </p:txBody>
      </p:sp>
      <p:sp>
        <p:nvSpPr>
          <p:cNvPr id="77" name="Callout: Right Arrow 76">
            <a:extLst>
              <a:ext uri="{FF2B5EF4-FFF2-40B4-BE49-F238E27FC236}">
                <a16:creationId xmlns:a16="http://schemas.microsoft.com/office/drawing/2014/main" id="{88EA2678-DC44-86FA-466A-8FA3003542F1}"/>
              </a:ext>
            </a:extLst>
          </p:cNvPr>
          <p:cNvSpPr/>
          <p:nvPr/>
        </p:nvSpPr>
        <p:spPr>
          <a:xfrm>
            <a:off x="7504665"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5: Reporting and Analysis (Weeks 19-22)</a:t>
            </a:r>
            <a:endParaRPr lang="en-US" sz="1050" dirty="0"/>
          </a:p>
        </p:txBody>
      </p:sp>
      <p:sp>
        <p:nvSpPr>
          <p:cNvPr id="71" name="Callout: Right Arrow 70">
            <a:extLst>
              <a:ext uri="{FF2B5EF4-FFF2-40B4-BE49-F238E27FC236}">
                <a16:creationId xmlns:a16="http://schemas.microsoft.com/office/drawing/2014/main" id="{B59307C2-E9E6-349D-A3E9-F37A85FA3FD9}"/>
              </a:ext>
            </a:extLst>
          </p:cNvPr>
          <p:cNvSpPr/>
          <p:nvPr/>
        </p:nvSpPr>
        <p:spPr>
          <a:xfrm>
            <a:off x="6047376"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4: Core Optimization Engine (Weeks 15-18)</a:t>
            </a:r>
            <a:endParaRPr lang="en-US" sz="1050" dirty="0"/>
          </a:p>
        </p:txBody>
      </p:sp>
      <p:sp>
        <p:nvSpPr>
          <p:cNvPr id="67" name="Callout: Right Arrow 66">
            <a:extLst>
              <a:ext uri="{FF2B5EF4-FFF2-40B4-BE49-F238E27FC236}">
                <a16:creationId xmlns:a16="http://schemas.microsoft.com/office/drawing/2014/main" id="{D711669A-5ADE-D32D-13A4-162DADBA5324}"/>
              </a:ext>
            </a:extLst>
          </p:cNvPr>
          <p:cNvSpPr/>
          <p:nvPr/>
        </p:nvSpPr>
        <p:spPr>
          <a:xfrm>
            <a:off x="4590090"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3: Clustering and Problem Decomposition (Weeks 13-14)</a:t>
            </a:r>
            <a:endParaRPr lang="en-US" sz="1050" dirty="0"/>
          </a:p>
        </p:txBody>
      </p:sp>
      <p:sp>
        <p:nvSpPr>
          <p:cNvPr id="8" name="Callout: Right Arrow 7">
            <a:extLst>
              <a:ext uri="{FF2B5EF4-FFF2-40B4-BE49-F238E27FC236}">
                <a16:creationId xmlns:a16="http://schemas.microsoft.com/office/drawing/2014/main" id="{88BD83F5-EA61-F8D1-F66A-44329CF5932D}"/>
              </a:ext>
            </a:extLst>
          </p:cNvPr>
          <p:cNvSpPr/>
          <p:nvPr/>
        </p:nvSpPr>
        <p:spPr>
          <a:xfrm>
            <a:off x="3132803"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2.5: Advanced Optimization Features (Weeks 9-12)</a:t>
            </a:r>
          </a:p>
        </p:txBody>
      </p:sp>
      <p:sp>
        <p:nvSpPr>
          <p:cNvPr id="2" name="Title 1">
            <a:extLst>
              <a:ext uri="{FF2B5EF4-FFF2-40B4-BE49-F238E27FC236}">
                <a16:creationId xmlns:a16="http://schemas.microsoft.com/office/drawing/2014/main" id="{BABBA88E-BB19-5BF2-89B0-9A24455049EA}"/>
              </a:ext>
            </a:extLst>
          </p:cNvPr>
          <p:cNvSpPr>
            <a:spLocks noGrp="1"/>
          </p:cNvSpPr>
          <p:nvPr>
            <p:ph type="title"/>
          </p:nvPr>
        </p:nvSpPr>
        <p:spPr/>
        <p:txBody>
          <a:bodyPr/>
          <a:lstStyle/>
          <a:p>
            <a:r>
              <a:rPr lang="en-US" dirty="0"/>
              <a:t>NGRER SAS to R – POAM (Overview)</a:t>
            </a:r>
          </a:p>
        </p:txBody>
      </p:sp>
      <p:cxnSp>
        <p:nvCxnSpPr>
          <p:cNvPr id="82" name="Straight Arrow Connector 81">
            <a:extLst>
              <a:ext uri="{FF2B5EF4-FFF2-40B4-BE49-F238E27FC236}">
                <a16:creationId xmlns:a16="http://schemas.microsoft.com/office/drawing/2014/main" id="{1624B13D-B9E5-C4C2-89DD-5C30C688FA92}"/>
              </a:ext>
            </a:extLst>
          </p:cNvPr>
          <p:cNvCxnSpPr>
            <a:cxnSpLocks/>
            <a:stCxn id="83" idx="2"/>
            <a:endCxn id="86" idx="2"/>
          </p:cNvCxnSpPr>
          <p:nvPr/>
        </p:nvCxnSpPr>
        <p:spPr>
          <a:xfrm>
            <a:off x="9479150" y="3177382"/>
            <a:ext cx="99377" cy="25808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4" name="Rectangle 83">
            <a:extLst>
              <a:ext uri="{FF2B5EF4-FFF2-40B4-BE49-F238E27FC236}">
                <a16:creationId xmlns:a16="http://schemas.microsoft.com/office/drawing/2014/main" id="{A8ED333E-2C5E-32D8-FA12-92AECED484E8}"/>
              </a:ext>
            </a:extLst>
          </p:cNvPr>
          <p:cNvSpPr/>
          <p:nvPr/>
        </p:nvSpPr>
        <p:spPr>
          <a:xfrm>
            <a:off x="8961949" y="33111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6.1: End-to-End Integration</a:t>
            </a:r>
          </a:p>
        </p:txBody>
      </p:sp>
      <p:sp>
        <p:nvSpPr>
          <p:cNvPr id="85" name="Rectangle 84">
            <a:extLst>
              <a:ext uri="{FF2B5EF4-FFF2-40B4-BE49-F238E27FC236}">
                <a16:creationId xmlns:a16="http://schemas.microsoft.com/office/drawing/2014/main" id="{41CAE58F-E4C7-FF52-E2B6-2DED54A19AB6}"/>
              </a:ext>
            </a:extLst>
          </p:cNvPr>
          <p:cNvSpPr/>
          <p:nvPr/>
        </p:nvSpPr>
        <p:spPr>
          <a:xfrm>
            <a:off x="8961949" y="41651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6.2: Performance Optimization</a:t>
            </a:r>
          </a:p>
        </p:txBody>
      </p:sp>
      <p:sp>
        <p:nvSpPr>
          <p:cNvPr id="86" name="Rectangle 85">
            <a:extLst>
              <a:ext uri="{FF2B5EF4-FFF2-40B4-BE49-F238E27FC236}">
                <a16:creationId xmlns:a16="http://schemas.microsoft.com/office/drawing/2014/main" id="{42E60CBF-C27D-4E47-6CC7-DEED96B8DA5A}"/>
              </a:ext>
            </a:extLst>
          </p:cNvPr>
          <p:cNvSpPr/>
          <p:nvPr/>
        </p:nvSpPr>
        <p:spPr>
          <a:xfrm>
            <a:off x="8961949" y="50192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6.3: Comprehensive Validation</a:t>
            </a:r>
          </a:p>
        </p:txBody>
      </p:sp>
      <p:cxnSp>
        <p:nvCxnSpPr>
          <p:cNvPr id="76" name="Straight Arrow Connector 75">
            <a:extLst>
              <a:ext uri="{FF2B5EF4-FFF2-40B4-BE49-F238E27FC236}">
                <a16:creationId xmlns:a16="http://schemas.microsoft.com/office/drawing/2014/main" id="{AB881364-5BDA-1993-CC29-D57712D52EEF}"/>
              </a:ext>
            </a:extLst>
          </p:cNvPr>
          <p:cNvCxnSpPr>
            <a:cxnSpLocks/>
            <a:stCxn id="77" idx="2"/>
            <a:endCxn id="81" idx="2"/>
          </p:cNvCxnSpPr>
          <p:nvPr/>
        </p:nvCxnSpPr>
        <p:spPr>
          <a:xfrm>
            <a:off x="8021862" y="3177382"/>
            <a:ext cx="99378" cy="34348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a:extLst>
              <a:ext uri="{FF2B5EF4-FFF2-40B4-BE49-F238E27FC236}">
                <a16:creationId xmlns:a16="http://schemas.microsoft.com/office/drawing/2014/main" id="{3F519F22-4239-6561-0DC7-35B8202C8CC6}"/>
              </a:ext>
            </a:extLst>
          </p:cNvPr>
          <p:cNvSpPr/>
          <p:nvPr/>
        </p:nvSpPr>
        <p:spPr>
          <a:xfrm>
            <a:off x="7504662" y="33111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5.1: Core Report Generation</a:t>
            </a:r>
          </a:p>
        </p:txBody>
      </p:sp>
      <p:sp>
        <p:nvSpPr>
          <p:cNvPr id="79" name="Rectangle 78">
            <a:extLst>
              <a:ext uri="{FF2B5EF4-FFF2-40B4-BE49-F238E27FC236}">
                <a16:creationId xmlns:a16="http://schemas.microsoft.com/office/drawing/2014/main" id="{B3C49AEF-39A7-B562-0B2D-B039AF31F254}"/>
              </a:ext>
            </a:extLst>
          </p:cNvPr>
          <p:cNvSpPr/>
          <p:nvPr/>
        </p:nvSpPr>
        <p:spPr>
          <a:xfrm>
            <a:off x="7504662" y="41651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5.2: Summary Reports</a:t>
            </a:r>
          </a:p>
        </p:txBody>
      </p:sp>
      <p:sp>
        <p:nvSpPr>
          <p:cNvPr id="80" name="Rectangle 79">
            <a:extLst>
              <a:ext uri="{FF2B5EF4-FFF2-40B4-BE49-F238E27FC236}">
                <a16:creationId xmlns:a16="http://schemas.microsoft.com/office/drawing/2014/main" id="{6A3E3113-F4B2-31C3-C02A-9D298B8464EA}"/>
              </a:ext>
            </a:extLst>
          </p:cNvPr>
          <p:cNvSpPr/>
          <p:nvPr/>
        </p:nvSpPr>
        <p:spPr>
          <a:xfrm>
            <a:off x="7504662" y="50192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5.3: Cost Analysis</a:t>
            </a:r>
          </a:p>
        </p:txBody>
      </p:sp>
      <p:sp>
        <p:nvSpPr>
          <p:cNvPr id="81" name="Rectangle 80">
            <a:extLst>
              <a:ext uri="{FF2B5EF4-FFF2-40B4-BE49-F238E27FC236}">
                <a16:creationId xmlns:a16="http://schemas.microsoft.com/office/drawing/2014/main" id="{4727F828-32AD-E9B0-58BB-43DBFBF54296}"/>
              </a:ext>
            </a:extLst>
          </p:cNvPr>
          <p:cNvSpPr/>
          <p:nvPr/>
        </p:nvSpPr>
        <p:spPr>
          <a:xfrm>
            <a:off x="7504662" y="5873239"/>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5.4: Excel Output Integration</a:t>
            </a:r>
          </a:p>
        </p:txBody>
      </p:sp>
      <p:cxnSp>
        <p:nvCxnSpPr>
          <p:cNvPr id="70" name="Straight Arrow Connector 69">
            <a:extLst>
              <a:ext uri="{FF2B5EF4-FFF2-40B4-BE49-F238E27FC236}">
                <a16:creationId xmlns:a16="http://schemas.microsoft.com/office/drawing/2014/main" id="{58F48228-E20D-9600-8F71-2314BA21C401}"/>
              </a:ext>
            </a:extLst>
          </p:cNvPr>
          <p:cNvCxnSpPr>
            <a:cxnSpLocks/>
            <a:stCxn id="71" idx="2"/>
            <a:endCxn id="75" idx="2"/>
          </p:cNvCxnSpPr>
          <p:nvPr/>
        </p:nvCxnSpPr>
        <p:spPr>
          <a:xfrm>
            <a:off x="6564573" y="3177382"/>
            <a:ext cx="99379" cy="34300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FC099C55-7248-E237-FFC8-EA2024E8318B}"/>
              </a:ext>
            </a:extLst>
          </p:cNvPr>
          <p:cNvSpPr/>
          <p:nvPr/>
        </p:nvSpPr>
        <p:spPr>
          <a:xfrm>
            <a:off x="6047374" y="33063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4.1: Base Optimization Model</a:t>
            </a:r>
          </a:p>
        </p:txBody>
      </p:sp>
      <p:sp>
        <p:nvSpPr>
          <p:cNvPr id="73" name="Rectangle 72">
            <a:extLst>
              <a:ext uri="{FF2B5EF4-FFF2-40B4-BE49-F238E27FC236}">
                <a16:creationId xmlns:a16="http://schemas.microsoft.com/office/drawing/2014/main" id="{64DBC15E-A998-6D25-925F-BA35B7B175FC}"/>
              </a:ext>
            </a:extLst>
          </p:cNvPr>
          <p:cNvSpPr/>
          <p:nvPr/>
        </p:nvSpPr>
        <p:spPr>
          <a:xfrm>
            <a:off x="6047374" y="41603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4.2: Advanced Optimization Features</a:t>
            </a:r>
          </a:p>
        </p:txBody>
      </p:sp>
      <p:sp>
        <p:nvSpPr>
          <p:cNvPr id="74" name="Rectangle 73">
            <a:extLst>
              <a:ext uri="{FF2B5EF4-FFF2-40B4-BE49-F238E27FC236}">
                <a16:creationId xmlns:a16="http://schemas.microsoft.com/office/drawing/2014/main" id="{BD32ADB7-FF43-A3CE-24D7-1B7DDE75AC0B}"/>
              </a:ext>
            </a:extLst>
          </p:cNvPr>
          <p:cNvSpPr/>
          <p:nvPr/>
        </p:nvSpPr>
        <p:spPr>
          <a:xfrm>
            <a:off x="6047374" y="50144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4.3: No-Substitution Variant</a:t>
            </a:r>
          </a:p>
        </p:txBody>
      </p:sp>
      <p:sp>
        <p:nvSpPr>
          <p:cNvPr id="75" name="Rectangle 74">
            <a:extLst>
              <a:ext uri="{FF2B5EF4-FFF2-40B4-BE49-F238E27FC236}">
                <a16:creationId xmlns:a16="http://schemas.microsoft.com/office/drawing/2014/main" id="{F5687317-BD4D-5540-F21A-20EAB325A191}"/>
              </a:ext>
            </a:extLst>
          </p:cNvPr>
          <p:cNvSpPr/>
          <p:nvPr/>
        </p:nvSpPr>
        <p:spPr>
          <a:xfrm>
            <a:off x="6047374" y="5868439"/>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4.4: Solver Integration and Testing</a:t>
            </a:r>
          </a:p>
        </p:txBody>
      </p:sp>
      <p:cxnSp>
        <p:nvCxnSpPr>
          <p:cNvPr id="66" name="Straight Arrow Connector 65">
            <a:extLst>
              <a:ext uri="{FF2B5EF4-FFF2-40B4-BE49-F238E27FC236}">
                <a16:creationId xmlns:a16="http://schemas.microsoft.com/office/drawing/2014/main" id="{69D662D1-3B56-0B0B-04D4-A19E5BA97252}"/>
              </a:ext>
            </a:extLst>
          </p:cNvPr>
          <p:cNvCxnSpPr>
            <a:cxnSpLocks/>
            <a:stCxn id="67" idx="2"/>
            <a:endCxn id="69" idx="2"/>
          </p:cNvCxnSpPr>
          <p:nvPr/>
        </p:nvCxnSpPr>
        <p:spPr>
          <a:xfrm>
            <a:off x="5107287" y="3177382"/>
            <a:ext cx="99380" cy="17219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7A56F664-1084-A1F9-D9FA-F0F3D07840F3}"/>
              </a:ext>
            </a:extLst>
          </p:cNvPr>
          <p:cNvSpPr/>
          <p:nvPr/>
        </p:nvSpPr>
        <p:spPr>
          <a:xfrm>
            <a:off x="4590089" y="33063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3.1: Graph-Based Clustering</a:t>
            </a:r>
          </a:p>
        </p:txBody>
      </p:sp>
      <p:sp>
        <p:nvSpPr>
          <p:cNvPr id="69" name="Rectangle 68">
            <a:extLst>
              <a:ext uri="{FF2B5EF4-FFF2-40B4-BE49-F238E27FC236}">
                <a16:creationId xmlns:a16="http://schemas.microsoft.com/office/drawing/2014/main" id="{FDD9CED3-856F-7141-2614-381884F87817}"/>
              </a:ext>
            </a:extLst>
          </p:cNvPr>
          <p:cNvSpPr/>
          <p:nvPr/>
        </p:nvSpPr>
        <p:spPr>
          <a:xfrm>
            <a:off x="4590089" y="41603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3.2: Cluster Processing Framework</a:t>
            </a:r>
          </a:p>
        </p:txBody>
      </p:sp>
      <p:cxnSp>
        <p:nvCxnSpPr>
          <p:cNvPr id="60" name="Straight Arrow Connector 59">
            <a:extLst>
              <a:ext uri="{FF2B5EF4-FFF2-40B4-BE49-F238E27FC236}">
                <a16:creationId xmlns:a16="http://schemas.microsoft.com/office/drawing/2014/main" id="{B2244B7B-5EDE-688E-B12D-31E4742ED5F4}"/>
              </a:ext>
            </a:extLst>
          </p:cNvPr>
          <p:cNvCxnSpPr>
            <a:cxnSpLocks/>
            <a:stCxn id="61" idx="2"/>
            <a:endCxn id="65" idx="2"/>
          </p:cNvCxnSpPr>
          <p:nvPr/>
        </p:nvCxnSpPr>
        <p:spPr>
          <a:xfrm>
            <a:off x="2192711" y="3177382"/>
            <a:ext cx="99381" cy="34348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90D2386A-DCBF-DDA1-1921-6C8530E2E987}"/>
              </a:ext>
            </a:extLst>
          </p:cNvPr>
          <p:cNvSpPr/>
          <p:nvPr/>
        </p:nvSpPr>
        <p:spPr>
          <a:xfrm>
            <a:off x="1675514" y="33111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2.1: Index Set Generation</a:t>
            </a:r>
          </a:p>
        </p:txBody>
      </p:sp>
      <p:sp>
        <p:nvSpPr>
          <p:cNvPr id="63" name="Rectangle 62">
            <a:extLst>
              <a:ext uri="{FF2B5EF4-FFF2-40B4-BE49-F238E27FC236}">
                <a16:creationId xmlns:a16="http://schemas.microsoft.com/office/drawing/2014/main" id="{B8FA1CAD-D76C-3FDE-267B-5B2A8019949A}"/>
              </a:ext>
            </a:extLst>
          </p:cNvPr>
          <p:cNvSpPr/>
          <p:nvPr/>
        </p:nvSpPr>
        <p:spPr>
          <a:xfrm>
            <a:off x="1675514" y="41651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b="1" dirty="0"/>
              <a:t>Milestone 2.2: Input Data Processing</a:t>
            </a:r>
          </a:p>
        </p:txBody>
      </p:sp>
      <p:sp>
        <p:nvSpPr>
          <p:cNvPr id="64" name="Rectangle 63">
            <a:extLst>
              <a:ext uri="{FF2B5EF4-FFF2-40B4-BE49-F238E27FC236}">
                <a16:creationId xmlns:a16="http://schemas.microsoft.com/office/drawing/2014/main" id="{24CDDCBB-346A-D6A1-0637-EF2ECAFCEEEC}"/>
              </a:ext>
            </a:extLst>
          </p:cNvPr>
          <p:cNvSpPr/>
          <p:nvPr/>
        </p:nvSpPr>
        <p:spPr>
          <a:xfrm>
            <a:off x="1675514" y="50192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2.3: Substitution Rules Processing</a:t>
            </a:r>
          </a:p>
        </p:txBody>
      </p:sp>
      <p:sp>
        <p:nvSpPr>
          <p:cNvPr id="65" name="Rectangle 64">
            <a:extLst>
              <a:ext uri="{FF2B5EF4-FFF2-40B4-BE49-F238E27FC236}">
                <a16:creationId xmlns:a16="http://schemas.microsoft.com/office/drawing/2014/main" id="{4934B988-7622-C54F-EAD0-3BA8A98611CF}"/>
              </a:ext>
            </a:extLst>
          </p:cNvPr>
          <p:cNvSpPr/>
          <p:nvPr/>
        </p:nvSpPr>
        <p:spPr>
          <a:xfrm>
            <a:off x="1675514" y="5873239"/>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2.4: LMI Transfer Integration</a:t>
            </a:r>
          </a:p>
        </p:txBody>
      </p:sp>
      <p:sp>
        <p:nvSpPr>
          <p:cNvPr id="61" name="Callout: Right Arrow 60">
            <a:extLst>
              <a:ext uri="{FF2B5EF4-FFF2-40B4-BE49-F238E27FC236}">
                <a16:creationId xmlns:a16="http://schemas.microsoft.com/office/drawing/2014/main" id="{5C43F339-2F4B-C91D-3731-C094578CD75A}"/>
              </a:ext>
            </a:extLst>
          </p:cNvPr>
          <p:cNvSpPr/>
          <p:nvPr/>
        </p:nvSpPr>
        <p:spPr>
          <a:xfrm>
            <a:off x="1675514"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lvl="0" algn="ctr"/>
            <a:r>
              <a:rPr lang="en-US" sz="1050" b="1" dirty="0"/>
              <a:t>Phase 2: Core Data Processing Migration (Weeks 5-8)</a:t>
            </a:r>
            <a:endParaRPr lang="en-US" sz="1050" dirty="0"/>
          </a:p>
        </p:txBody>
      </p:sp>
      <p:cxnSp>
        <p:nvCxnSpPr>
          <p:cNvPr id="40" name="Straight Arrow Connector 39">
            <a:extLst>
              <a:ext uri="{FF2B5EF4-FFF2-40B4-BE49-F238E27FC236}">
                <a16:creationId xmlns:a16="http://schemas.microsoft.com/office/drawing/2014/main" id="{10BB0864-B1B8-C56B-7BEC-4943BE77391E}"/>
              </a:ext>
            </a:extLst>
          </p:cNvPr>
          <p:cNvCxnSpPr>
            <a:cxnSpLocks/>
            <a:stCxn id="5" idx="2"/>
            <a:endCxn id="14" idx="2"/>
          </p:cNvCxnSpPr>
          <p:nvPr/>
        </p:nvCxnSpPr>
        <p:spPr>
          <a:xfrm>
            <a:off x="735426" y="3177382"/>
            <a:ext cx="99382" cy="25808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6B9A1F9-FC92-E06A-79C8-C2277FD3AA5E}"/>
              </a:ext>
            </a:extLst>
          </p:cNvPr>
          <p:cNvSpPr/>
          <p:nvPr/>
        </p:nvSpPr>
        <p:spPr>
          <a:xfrm>
            <a:off x="218230" y="33111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1.1: Environment Setup and Package Verification</a:t>
            </a:r>
            <a:endParaRPr lang="en-US" sz="1000" dirty="0"/>
          </a:p>
        </p:txBody>
      </p:sp>
      <p:sp>
        <p:nvSpPr>
          <p:cNvPr id="13" name="Rectangle 12">
            <a:extLst>
              <a:ext uri="{FF2B5EF4-FFF2-40B4-BE49-F238E27FC236}">
                <a16:creationId xmlns:a16="http://schemas.microsoft.com/office/drawing/2014/main" id="{D1E2CFA4-FF3F-45DF-8A79-7F877FD3621A}"/>
              </a:ext>
            </a:extLst>
          </p:cNvPr>
          <p:cNvSpPr/>
          <p:nvPr/>
        </p:nvSpPr>
        <p:spPr>
          <a:xfrm>
            <a:off x="218230" y="4165165"/>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1.2: Data Source Analysis and Mapping</a:t>
            </a:r>
          </a:p>
        </p:txBody>
      </p:sp>
      <p:sp>
        <p:nvSpPr>
          <p:cNvPr id="14" name="Rectangle 13">
            <a:extLst>
              <a:ext uri="{FF2B5EF4-FFF2-40B4-BE49-F238E27FC236}">
                <a16:creationId xmlns:a16="http://schemas.microsoft.com/office/drawing/2014/main" id="{71F9A3C5-7F78-BD92-D071-A66F407B4CDC}"/>
              </a:ext>
            </a:extLst>
          </p:cNvPr>
          <p:cNvSpPr/>
          <p:nvPr/>
        </p:nvSpPr>
        <p:spPr>
          <a:xfrm>
            <a:off x="218230" y="50192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1.3: Core Architecture Design</a:t>
            </a:r>
          </a:p>
        </p:txBody>
      </p:sp>
      <p:sp>
        <p:nvSpPr>
          <p:cNvPr id="5" name="Callout: Right Arrow 4">
            <a:extLst>
              <a:ext uri="{FF2B5EF4-FFF2-40B4-BE49-F238E27FC236}">
                <a16:creationId xmlns:a16="http://schemas.microsoft.com/office/drawing/2014/main" id="{F4AC942E-D2A7-E23D-CB14-D03DB28B8161}"/>
              </a:ext>
            </a:extLst>
          </p:cNvPr>
          <p:cNvSpPr/>
          <p:nvPr/>
        </p:nvSpPr>
        <p:spPr>
          <a:xfrm>
            <a:off x="218229" y="1690688"/>
            <a:ext cx="1591939" cy="1486694"/>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050" b="1" dirty="0"/>
              <a:t>Phase 1: Foundation and Infrastructure (Weeks 1-4)</a:t>
            </a:r>
            <a:endParaRPr lang="en-US" sz="1050" dirty="0"/>
          </a:p>
          <a:p>
            <a:pPr algn="ctr"/>
            <a:endParaRPr lang="en-US" sz="1050" dirty="0"/>
          </a:p>
        </p:txBody>
      </p:sp>
      <p:sp>
        <p:nvSpPr>
          <p:cNvPr id="102" name="TextBox 101">
            <a:extLst>
              <a:ext uri="{FF2B5EF4-FFF2-40B4-BE49-F238E27FC236}">
                <a16:creationId xmlns:a16="http://schemas.microsoft.com/office/drawing/2014/main" id="{1F97F44D-4762-D21A-19E2-A65A43B19C55}"/>
              </a:ext>
            </a:extLst>
          </p:cNvPr>
          <p:cNvSpPr txBox="1"/>
          <p:nvPr/>
        </p:nvSpPr>
        <p:spPr>
          <a:xfrm>
            <a:off x="107940" y="1279943"/>
            <a:ext cx="1717458" cy="276999"/>
          </a:xfrm>
          <a:prstGeom prst="rect">
            <a:avLst/>
          </a:prstGeom>
          <a:solidFill>
            <a:schemeClr val="accent4">
              <a:lumMod val="40000"/>
              <a:lumOff val="60000"/>
            </a:schemeClr>
          </a:solidFill>
        </p:spPr>
        <p:txBody>
          <a:bodyPr wrap="none" rtlCol="0">
            <a:spAutoFit/>
          </a:bodyPr>
          <a:lstStyle>
            <a:defPPr>
              <a:defRPr lang="en-US"/>
            </a:defPPr>
            <a:lvl1pPr algn="ctr">
              <a:defRPr sz="1200"/>
            </a:lvl1pPr>
          </a:lstStyle>
          <a:p>
            <a:r>
              <a:rPr lang="en-US" dirty="0"/>
              <a:t>Begin Date: 2025-11-17</a:t>
            </a:r>
          </a:p>
        </p:txBody>
      </p:sp>
      <p:cxnSp>
        <p:nvCxnSpPr>
          <p:cNvPr id="3" name="Straight Arrow Connector 2">
            <a:extLst>
              <a:ext uri="{FF2B5EF4-FFF2-40B4-BE49-F238E27FC236}">
                <a16:creationId xmlns:a16="http://schemas.microsoft.com/office/drawing/2014/main" id="{BDEDDC89-A032-03E9-B7CF-7EEA5779E171}"/>
              </a:ext>
            </a:extLst>
          </p:cNvPr>
          <p:cNvCxnSpPr>
            <a:cxnSpLocks/>
            <a:stCxn id="8" idx="2"/>
            <a:endCxn id="7" idx="2"/>
          </p:cNvCxnSpPr>
          <p:nvPr/>
        </p:nvCxnSpPr>
        <p:spPr>
          <a:xfrm>
            <a:off x="3650000" y="3177382"/>
            <a:ext cx="99377" cy="258080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A0B0C51B-1BCD-1020-DDC2-56C9DE4EA2E5}"/>
              </a:ext>
            </a:extLst>
          </p:cNvPr>
          <p:cNvSpPr/>
          <p:nvPr/>
        </p:nvSpPr>
        <p:spPr>
          <a:xfrm>
            <a:off x="3132799" y="3311128"/>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2.5.1: Stochastic Programming Implementation</a:t>
            </a:r>
          </a:p>
        </p:txBody>
      </p:sp>
      <p:sp>
        <p:nvSpPr>
          <p:cNvPr id="6" name="Rectangle 5">
            <a:extLst>
              <a:ext uri="{FF2B5EF4-FFF2-40B4-BE49-F238E27FC236}">
                <a16:creationId xmlns:a16="http://schemas.microsoft.com/office/drawing/2014/main" id="{13C882D6-5BA3-DA62-E27A-A2785A516451}"/>
              </a:ext>
            </a:extLst>
          </p:cNvPr>
          <p:cNvSpPr/>
          <p:nvPr/>
        </p:nvSpPr>
        <p:spPr>
          <a:xfrm>
            <a:off x="3132799" y="4157416"/>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2.5.2: Multi-Objective Optimization</a:t>
            </a:r>
          </a:p>
        </p:txBody>
      </p:sp>
      <p:sp>
        <p:nvSpPr>
          <p:cNvPr id="7" name="Rectangle 6">
            <a:extLst>
              <a:ext uri="{FF2B5EF4-FFF2-40B4-BE49-F238E27FC236}">
                <a16:creationId xmlns:a16="http://schemas.microsoft.com/office/drawing/2014/main" id="{2E3DF9D8-1F16-3BEA-BC9C-5259E0BC1C36}"/>
              </a:ext>
            </a:extLst>
          </p:cNvPr>
          <p:cNvSpPr/>
          <p:nvPr/>
        </p:nvSpPr>
        <p:spPr>
          <a:xfrm>
            <a:off x="3132799" y="5019202"/>
            <a:ext cx="1233156"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Milestone 2.5.3: Dynamic Programming Integration</a:t>
            </a:r>
          </a:p>
        </p:txBody>
      </p:sp>
      <p:sp>
        <p:nvSpPr>
          <p:cNvPr id="10" name="Rectangle 9">
            <a:extLst>
              <a:ext uri="{FF2B5EF4-FFF2-40B4-BE49-F238E27FC236}">
                <a16:creationId xmlns:a16="http://schemas.microsoft.com/office/drawing/2014/main" id="{33193253-68E2-62E3-6324-9D81EA2BD9DF}"/>
              </a:ext>
            </a:extLst>
          </p:cNvPr>
          <p:cNvSpPr/>
          <p:nvPr/>
        </p:nvSpPr>
        <p:spPr>
          <a:xfrm>
            <a:off x="10419242" y="3311128"/>
            <a:ext cx="1233156" cy="738981"/>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000" b="1" dirty="0"/>
              <a:t>New Optimization Goals</a:t>
            </a:r>
          </a:p>
        </p:txBody>
      </p:sp>
      <p:sp>
        <p:nvSpPr>
          <p:cNvPr id="11" name="Rectangle 10">
            <a:extLst>
              <a:ext uri="{FF2B5EF4-FFF2-40B4-BE49-F238E27FC236}">
                <a16:creationId xmlns:a16="http://schemas.microsoft.com/office/drawing/2014/main" id="{65CF9924-3A7B-166F-A1CF-3F217056D862}"/>
              </a:ext>
            </a:extLst>
          </p:cNvPr>
          <p:cNvSpPr/>
          <p:nvPr/>
        </p:nvSpPr>
        <p:spPr>
          <a:xfrm>
            <a:off x="10419242" y="4165165"/>
            <a:ext cx="1233156" cy="738981"/>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000" b="1" dirty="0"/>
              <a:t>New Reporting Products</a:t>
            </a:r>
          </a:p>
        </p:txBody>
      </p:sp>
      <p:sp>
        <p:nvSpPr>
          <p:cNvPr id="15" name="Rectangle 14">
            <a:extLst>
              <a:ext uri="{FF2B5EF4-FFF2-40B4-BE49-F238E27FC236}">
                <a16:creationId xmlns:a16="http://schemas.microsoft.com/office/drawing/2014/main" id="{0E71CD61-14EC-0BDB-BAB4-390EAE361195}"/>
              </a:ext>
            </a:extLst>
          </p:cNvPr>
          <p:cNvSpPr/>
          <p:nvPr/>
        </p:nvSpPr>
        <p:spPr>
          <a:xfrm>
            <a:off x="10419242" y="5019202"/>
            <a:ext cx="1233156" cy="738981"/>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000" b="1" dirty="0"/>
              <a:t>New Visualization Products/ Dashboards</a:t>
            </a:r>
          </a:p>
        </p:txBody>
      </p:sp>
      <p:sp>
        <p:nvSpPr>
          <p:cNvPr id="16" name="Rectangle 15">
            <a:extLst>
              <a:ext uri="{FF2B5EF4-FFF2-40B4-BE49-F238E27FC236}">
                <a16:creationId xmlns:a16="http://schemas.microsoft.com/office/drawing/2014/main" id="{31AABDCA-3222-B1B5-C3FC-5CB3E48D2578}"/>
              </a:ext>
            </a:extLst>
          </p:cNvPr>
          <p:cNvSpPr/>
          <p:nvPr/>
        </p:nvSpPr>
        <p:spPr>
          <a:xfrm>
            <a:off x="10419242" y="5873239"/>
            <a:ext cx="1233156" cy="738981"/>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000" b="1" dirty="0"/>
              <a:t>Data Pipeline Automation</a:t>
            </a:r>
          </a:p>
        </p:txBody>
      </p:sp>
      <p:sp>
        <p:nvSpPr>
          <p:cNvPr id="34" name="TextBox 33">
            <a:extLst>
              <a:ext uri="{FF2B5EF4-FFF2-40B4-BE49-F238E27FC236}">
                <a16:creationId xmlns:a16="http://schemas.microsoft.com/office/drawing/2014/main" id="{4C64E6AF-A4E2-3200-BFC0-A4A88A041792}"/>
              </a:ext>
            </a:extLst>
          </p:cNvPr>
          <p:cNvSpPr txBox="1"/>
          <p:nvPr/>
        </p:nvSpPr>
        <p:spPr>
          <a:xfrm>
            <a:off x="118848" y="3724891"/>
            <a:ext cx="274320" cy="274320"/>
          </a:xfrm>
          <a:prstGeom prst="rect">
            <a:avLst/>
          </a:prstGeom>
          <a:solidFill>
            <a:schemeClr val="bg1">
              <a:lumMod val="95000"/>
              <a:alpha val="40000"/>
            </a:schemeClr>
          </a:solidFill>
        </p:spPr>
        <p:txBody>
          <a:bodyPr wrap="square" lIns="0" tIns="0" rIns="0" bIns="0" rtlCol="0" anchor="ctr" anchorCtr="1">
            <a:spAutoFit/>
          </a:bodyPr>
          <a:lstStyle/>
          <a:p>
            <a:pPr algn="ctr"/>
            <a:r>
              <a:rPr lang="en-US" sz="2800" b="1" dirty="0">
                <a:solidFill>
                  <a:schemeClr val="accent6"/>
                </a:solidFill>
                <a:latin typeface="Wingdings 2" panose="05020102010507070707" pitchFamily="18" charset="2"/>
              </a:rPr>
              <a:t>R</a:t>
            </a:r>
          </a:p>
        </p:txBody>
      </p:sp>
      <p:sp>
        <p:nvSpPr>
          <p:cNvPr id="36" name="TextBox 35">
            <a:extLst>
              <a:ext uri="{FF2B5EF4-FFF2-40B4-BE49-F238E27FC236}">
                <a16:creationId xmlns:a16="http://schemas.microsoft.com/office/drawing/2014/main" id="{6D636DE8-441A-1904-F04D-67EDB4DF0DC7}"/>
              </a:ext>
            </a:extLst>
          </p:cNvPr>
          <p:cNvSpPr txBox="1"/>
          <p:nvPr/>
        </p:nvSpPr>
        <p:spPr>
          <a:xfrm>
            <a:off x="62568" y="5388692"/>
            <a:ext cx="365760" cy="365760"/>
          </a:xfrm>
          <a:prstGeom prst="rect">
            <a:avLst/>
          </a:prstGeom>
          <a:solidFill>
            <a:schemeClr val="bg1">
              <a:lumMod val="95000"/>
              <a:alpha val="40000"/>
            </a:schemeClr>
          </a:solidFill>
        </p:spPr>
        <p:txBody>
          <a:bodyPr wrap="square" lIns="0" tIns="0" rIns="0" bIns="0" rtlCol="0" anchor="ctr" anchorCtr="1">
            <a:spAutoFit/>
          </a:bodyPr>
          <a:lstStyle>
            <a:defPPr>
              <a:defRPr lang="en-US"/>
            </a:defPPr>
            <a:lvl1pPr algn="ctr">
              <a:defRPr sz="2800" b="1">
                <a:solidFill>
                  <a:schemeClr val="accent6"/>
                </a:solidFill>
                <a:latin typeface="Wingdings 2" panose="05020102010507070707" pitchFamily="18" charset="2"/>
              </a:defRPr>
            </a:lvl1pPr>
          </a:lstStyle>
          <a:p>
            <a:r>
              <a:rPr lang="en-US" dirty="0">
                <a:solidFill>
                  <a:srgbClr val="0070C0"/>
                </a:solidFill>
              </a:rPr>
              <a:t>2</a:t>
            </a:r>
          </a:p>
        </p:txBody>
      </p:sp>
      <p:sp>
        <p:nvSpPr>
          <p:cNvPr id="38" name="Rectangle 37">
            <a:extLst>
              <a:ext uri="{FF2B5EF4-FFF2-40B4-BE49-F238E27FC236}">
                <a16:creationId xmlns:a16="http://schemas.microsoft.com/office/drawing/2014/main" id="{92202E14-4519-C389-FDED-C3A07F8ABE5F}"/>
              </a:ext>
            </a:extLst>
          </p:cNvPr>
          <p:cNvSpPr/>
          <p:nvPr/>
        </p:nvSpPr>
        <p:spPr>
          <a:xfrm>
            <a:off x="125702" y="4552848"/>
            <a:ext cx="243823" cy="272551"/>
          </a:xfrm>
          <a:prstGeom prst="rect">
            <a:avLst/>
          </a:prstGeom>
          <a:solidFill>
            <a:srgbClr val="F2F2F2">
              <a:alpha val="40000"/>
            </a:srgbClr>
          </a:solid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5987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FC67-E9CC-2EB6-2C90-697248D07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552E0-0D25-D923-8DB4-9D85167178BB}"/>
              </a:ext>
            </a:extLst>
          </p:cNvPr>
          <p:cNvSpPr>
            <a:spLocks noGrp="1"/>
          </p:cNvSpPr>
          <p:nvPr>
            <p:ph type="title"/>
          </p:nvPr>
        </p:nvSpPr>
        <p:spPr/>
        <p:txBody>
          <a:bodyPr/>
          <a:lstStyle/>
          <a:p>
            <a:r>
              <a:rPr lang="en-US" dirty="0"/>
              <a:t>NGRER SAS to R – POAM (Phase 1)</a:t>
            </a:r>
          </a:p>
        </p:txBody>
      </p:sp>
      <p:sp>
        <p:nvSpPr>
          <p:cNvPr id="3" name="Callout: Right Arrow 2">
            <a:extLst>
              <a:ext uri="{FF2B5EF4-FFF2-40B4-BE49-F238E27FC236}">
                <a16:creationId xmlns:a16="http://schemas.microsoft.com/office/drawing/2014/main" id="{F5B2D5C9-89D6-55E5-F52B-4F2845987EDF}"/>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1: Foundation and Infrastructure (Weeks 1-4)</a:t>
            </a:r>
          </a:p>
        </p:txBody>
      </p:sp>
      <p:sp>
        <p:nvSpPr>
          <p:cNvPr id="4" name="Rectangle 3">
            <a:extLst>
              <a:ext uri="{FF2B5EF4-FFF2-40B4-BE49-F238E27FC236}">
                <a16:creationId xmlns:a16="http://schemas.microsoft.com/office/drawing/2014/main" id="{77C5AF95-570C-FAF5-292C-292BC5ACACD0}"/>
              </a:ext>
            </a:extLst>
          </p:cNvPr>
          <p:cNvSpPr/>
          <p:nvPr/>
        </p:nvSpPr>
        <p:spPr>
          <a:xfrm>
            <a:off x="4934033"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Milestone 1.1: Environment Setup and Package Verification</a:t>
            </a:r>
          </a:p>
        </p:txBody>
      </p:sp>
      <p:sp>
        <p:nvSpPr>
          <p:cNvPr id="6" name="Rectangle 5">
            <a:extLst>
              <a:ext uri="{FF2B5EF4-FFF2-40B4-BE49-F238E27FC236}">
                <a16:creationId xmlns:a16="http://schemas.microsoft.com/office/drawing/2014/main" id="{B6710A35-F566-9316-902A-54B7440D3662}"/>
              </a:ext>
            </a:extLst>
          </p:cNvPr>
          <p:cNvSpPr/>
          <p:nvPr/>
        </p:nvSpPr>
        <p:spPr>
          <a:xfrm>
            <a:off x="7295282" y="3059074"/>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1.2: Data Source Analysis and Mapping</a:t>
            </a:r>
          </a:p>
        </p:txBody>
      </p:sp>
      <p:sp>
        <p:nvSpPr>
          <p:cNvPr id="7" name="Rectangle 6">
            <a:extLst>
              <a:ext uri="{FF2B5EF4-FFF2-40B4-BE49-F238E27FC236}">
                <a16:creationId xmlns:a16="http://schemas.microsoft.com/office/drawing/2014/main" id="{7627E87B-0A1B-D5D9-E973-F61465344B26}"/>
              </a:ext>
            </a:extLst>
          </p:cNvPr>
          <p:cNvSpPr/>
          <p:nvPr/>
        </p:nvSpPr>
        <p:spPr>
          <a:xfrm>
            <a:off x="9656532" y="3059073"/>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1.3: Core Architecture Design</a:t>
            </a:r>
          </a:p>
        </p:txBody>
      </p:sp>
      <p:sp>
        <p:nvSpPr>
          <p:cNvPr id="8" name="TextBox 7">
            <a:extLst>
              <a:ext uri="{FF2B5EF4-FFF2-40B4-BE49-F238E27FC236}">
                <a16:creationId xmlns:a16="http://schemas.microsoft.com/office/drawing/2014/main" id="{6BA4993F-6E24-6B14-F68C-4DD4B4697B87}"/>
              </a:ext>
            </a:extLst>
          </p:cNvPr>
          <p:cNvSpPr txBox="1"/>
          <p:nvPr/>
        </p:nvSpPr>
        <p:spPr>
          <a:xfrm>
            <a:off x="4590882" y="3900954"/>
            <a:ext cx="2131335" cy="1785104"/>
          </a:xfrm>
          <a:prstGeom prst="rect">
            <a:avLst/>
          </a:prstGeom>
          <a:noFill/>
        </p:spPr>
        <p:txBody>
          <a:bodyPr wrap="square">
            <a:spAutoFit/>
          </a:bodyPr>
          <a:lstStyle/>
          <a:p>
            <a:r>
              <a:rPr lang="en-US" sz="1000" dirty="0"/>
              <a:t>Week 1: Verify DoD Nexus R package availability</a:t>
            </a:r>
          </a:p>
          <a:p>
            <a:pPr marL="171450" indent="-171450">
              <a:buFont typeface="Arial" panose="020B0604020202020204" pitchFamily="34" charset="0"/>
              <a:buChar char="•"/>
            </a:pPr>
            <a:r>
              <a:rPr lang="en-US" sz="1000" dirty="0"/>
              <a:t>Test `</a:t>
            </a:r>
            <a:r>
              <a:rPr lang="en-US" sz="1000" dirty="0" err="1"/>
              <a:t>lpSolve</a:t>
            </a:r>
            <a:r>
              <a:rPr lang="en-US" sz="1000" dirty="0"/>
              <a:t>`, `ROI`, `</a:t>
            </a:r>
            <a:r>
              <a:rPr lang="en-US" sz="1000" dirty="0" err="1"/>
              <a:t>Rglpk</a:t>
            </a:r>
            <a:r>
              <a:rPr lang="en-US" sz="1000" dirty="0"/>
              <a:t>` installation and functionality</a:t>
            </a:r>
          </a:p>
          <a:p>
            <a:pPr marL="171450" indent="-171450">
              <a:buFont typeface="Arial" panose="020B0604020202020204" pitchFamily="34" charset="0"/>
              <a:buChar char="•"/>
            </a:pPr>
            <a:r>
              <a:rPr lang="en-US" sz="1000" dirty="0"/>
              <a:t>Confirm `</a:t>
            </a:r>
            <a:r>
              <a:rPr lang="en-US" sz="1000" dirty="0" err="1"/>
              <a:t>dplyr</a:t>
            </a:r>
            <a:r>
              <a:rPr lang="en-US" sz="1000" dirty="0"/>
              <a:t>`, `</a:t>
            </a:r>
            <a:r>
              <a:rPr lang="en-US" sz="1000" dirty="0" err="1"/>
              <a:t>data.table</a:t>
            </a:r>
            <a:r>
              <a:rPr lang="en-US" sz="1000" dirty="0"/>
              <a:t>`, `</a:t>
            </a:r>
            <a:r>
              <a:rPr lang="en-US" sz="1000" dirty="0" err="1"/>
              <a:t>readxl</a:t>
            </a:r>
            <a:r>
              <a:rPr lang="en-US" sz="1000" dirty="0"/>
              <a:t>`, `</a:t>
            </a:r>
            <a:r>
              <a:rPr lang="en-US" sz="1000" dirty="0" err="1"/>
              <a:t>openxlsx</a:t>
            </a:r>
            <a:r>
              <a:rPr lang="en-US" sz="1000" dirty="0"/>
              <a:t>` availability</a:t>
            </a:r>
          </a:p>
          <a:p>
            <a:pPr marL="171450" indent="-171450">
              <a:buFont typeface="Arial" panose="020B0604020202020204" pitchFamily="34" charset="0"/>
              <a:buChar char="•"/>
            </a:pPr>
            <a:r>
              <a:rPr lang="en-US" sz="1000" dirty="0"/>
              <a:t>Validate `</a:t>
            </a:r>
            <a:r>
              <a:rPr lang="en-US" sz="1000" dirty="0" err="1"/>
              <a:t>igraph</a:t>
            </a:r>
            <a:r>
              <a:rPr lang="en-US" sz="1000" dirty="0"/>
              <a:t>` for clustering algorithms</a:t>
            </a:r>
          </a:p>
          <a:p>
            <a:pPr marL="171450" indent="-171450">
              <a:buFont typeface="Arial" panose="020B0604020202020204" pitchFamily="34" charset="0"/>
              <a:buChar char="•"/>
            </a:pPr>
            <a:r>
              <a:rPr lang="en-US" sz="1000" dirty="0"/>
              <a:t>Document any missing packages requiring approval</a:t>
            </a:r>
          </a:p>
        </p:txBody>
      </p:sp>
      <p:sp>
        <p:nvSpPr>
          <p:cNvPr id="9" name="TextBox 8">
            <a:extLst>
              <a:ext uri="{FF2B5EF4-FFF2-40B4-BE49-F238E27FC236}">
                <a16:creationId xmlns:a16="http://schemas.microsoft.com/office/drawing/2014/main" id="{4491ACF5-E683-C2F9-AD86-B114864992BB}"/>
              </a:ext>
            </a:extLst>
          </p:cNvPr>
          <p:cNvSpPr txBox="1"/>
          <p:nvPr/>
        </p:nvSpPr>
        <p:spPr>
          <a:xfrm>
            <a:off x="6952131" y="3900954"/>
            <a:ext cx="2131335" cy="1631216"/>
          </a:xfrm>
          <a:prstGeom prst="rect">
            <a:avLst/>
          </a:prstGeom>
          <a:noFill/>
        </p:spPr>
        <p:txBody>
          <a:bodyPr wrap="square">
            <a:spAutoFit/>
          </a:bodyPr>
          <a:lstStyle/>
          <a:p>
            <a:r>
              <a:rPr lang="en-US" sz="1000" dirty="0"/>
              <a:t>Week 2: Complete data source inventory</a:t>
            </a:r>
          </a:p>
          <a:p>
            <a:pPr marL="171450" indent="-171450">
              <a:buFont typeface="Arial" panose="020B0604020202020204" pitchFamily="34" charset="0"/>
              <a:buChar char="•"/>
            </a:pPr>
            <a:r>
              <a:rPr lang="en-US" sz="1000" dirty="0"/>
              <a:t>Map all 8 required input files to R data structures</a:t>
            </a:r>
          </a:p>
          <a:p>
            <a:pPr marL="171450" indent="-171450">
              <a:buFont typeface="Arial" panose="020B0604020202020204" pitchFamily="34" charset="0"/>
              <a:buChar char="•"/>
            </a:pPr>
            <a:r>
              <a:rPr lang="en-US" sz="1000" dirty="0"/>
              <a:t>Document data transformations and business rules</a:t>
            </a:r>
          </a:p>
          <a:p>
            <a:pPr marL="171450" indent="-171450">
              <a:buFont typeface="Arial" panose="020B0604020202020204" pitchFamily="34" charset="0"/>
              <a:buChar char="•"/>
            </a:pPr>
            <a:r>
              <a:rPr lang="en-US" sz="1000" dirty="0"/>
              <a:t>Create data dictionary with field mappings</a:t>
            </a:r>
          </a:p>
          <a:p>
            <a:pPr marL="171450" indent="-171450">
              <a:buFont typeface="Arial" panose="020B0604020202020204" pitchFamily="34" charset="0"/>
              <a:buChar char="•"/>
            </a:pPr>
            <a:r>
              <a:rPr lang="en-US" sz="1000" dirty="0"/>
              <a:t>Establish data quality validation rules</a:t>
            </a:r>
          </a:p>
        </p:txBody>
      </p:sp>
      <p:sp>
        <p:nvSpPr>
          <p:cNvPr id="10" name="TextBox 9">
            <a:extLst>
              <a:ext uri="{FF2B5EF4-FFF2-40B4-BE49-F238E27FC236}">
                <a16:creationId xmlns:a16="http://schemas.microsoft.com/office/drawing/2014/main" id="{DB1CF22E-E95E-A86C-995E-367BD7EB9DC6}"/>
              </a:ext>
            </a:extLst>
          </p:cNvPr>
          <p:cNvSpPr txBox="1"/>
          <p:nvPr/>
        </p:nvSpPr>
        <p:spPr>
          <a:xfrm>
            <a:off x="9313381" y="3900954"/>
            <a:ext cx="2131335" cy="1631216"/>
          </a:xfrm>
          <a:prstGeom prst="rect">
            <a:avLst/>
          </a:prstGeom>
          <a:noFill/>
        </p:spPr>
        <p:txBody>
          <a:bodyPr wrap="square">
            <a:spAutoFit/>
          </a:bodyPr>
          <a:lstStyle/>
          <a:p>
            <a:r>
              <a:rPr lang="en-US" sz="1000" dirty="0"/>
              <a:t>Weeks 3-4: Define R project structure and standards</a:t>
            </a:r>
          </a:p>
          <a:p>
            <a:pPr marL="171450" indent="-171450">
              <a:buFont typeface="Arial" panose="020B0604020202020204" pitchFamily="34" charset="0"/>
              <a:buChar char="•"/>
            </a:pPr>
            <a:r>
              <a:rPr lang="en-US" sz="1000" dirty="0"/>
              <a:t>Establish coding conventions and documentation standards</a:t>
            </a:r>
          </a:p>
          <a:p>
            <a:pPr marL="171450" indent="-171450">
              <a:buFont typeface="Arial" panose="020B0604020202020204" pitchFamily="34" charset="0"/>
              <a:buChar char="•"/>
            </a:pPr>
            <a:r>
              <a:rPr lang="en-US" sz="1000" dirty="0"/>
              <a:t>Design modular architecture with clear interfaces</a:t>
            </a:r>
          </a:p>
          <a:p>
            <a:pPr marL="171450" indent="-171450">
              <a:buFont typeface="Arial" panose="020B0604020202020204" pitchFamily="34" charset="0"/>
              <a:buChar char="•"/>
            </a:pPr>
            <a:r>
              <a:rPr lang="en-US" sz="1000" dirty="0"/>
              <a:t>Create logging and error handling framework</a:t>
            </a:r>
          </a:p>
          <a:p>
            <a:pPr marL="171450" indent="-171450">
              <a:buFont typeface="Arial" panose="020B0604020202020204" pitchFamily="34" charset="0"/>
              <a:buChar char="•"/>
            </a:pPr>
            <a:r>
              <a:rPr lang="en-US" sz="1000" dirty="0"/>
              <a:t>Set up version control and testing infrastructure</a:t>
            </a:r>
          </a:p>
        </p:txBody>
      </p:sp>
      <p:sp>
        <p:nvSpPr>
          <p:cNvPr id="20" name="TextBox 19">
            <a:extLst>
              <a:ext uri="{FF2B5EF4-FFF2-40B4-BE49-F238E27FC236}">
                <a16:creationId xmlns:a16="http://schemas.microsoft.com/office/drawing/2014/main" id="{D2B4ABB5-BF9C-681B-AE91-D56F21225704}"/>
              </a:ext>
            </a:extLst>
          </p:cNvPr>
          <p:cNvSpPr txBox="1"/>
          <p:nvPr/>
        </p:nvSpPr>
        <p:spPr>
          <a:xfrm>
            <a:off x="1695397" y="4875084"/>
            <a:ext cx="1717458" cy="276999"/>
          </a:xfrm>
          <a:prstGeom prst="rect">
            <a:avLst/>
          </a:prstGeom>
          <a:solidFill>
            <a:schemeClr val="accent4">
              <a:lumMod val="40000"/>
              <a:lumOff val="60000"/>
            </a:schemeClr>
          </a:solidFill>
        </p:spPr>
        <p:txBody>
          <a:bodyPr wrap="none" rtlCol="0">
            <a:spAutoFit/>
          </a:bodyPr>
          <a:lstStyle>
            <a:defPPr>
              <a:defRPr lang="en-US"/>
            </a:defPPr>
            <a:lvl1pPr algn="ctr">
              <a:defRPr sz="1200"/>
            </a:lvl1pPr>
          </a:lstStyle>
          <a:p>
            <a:r>
              <a:rPr lang="en-US" dirty="0"/>
              <a:t>Begin Date: 2025-11-17</a:t>
            </a:r>
          </a:p>
        </p:txBody>
      </p:sp>
      <p:sp>
        <p:nvSpPr>
          <p:cNvPr id="12" name="TextBox 11">
            <a:extLst>
              <a:ext uri="{FF2B5EF4-FFF2-40B4-BE49-F238E27FC236}">
                <a16:creationId xmlns:a16="http://schemas.microsoft.com/office/drawing/2014/main" id="{055CA274-52F4-3315-01C0-5F8496B3B553}"/>
              </a:ext>
            </a:extLst>
          </p:cNvPr>
          <p:cNvSpPr txBox="1"/>
          <p:nvPr/>
        </p:nvSpPr>
        <p:spPr>
          <a:xfrm>
            <a:off x="5403915" y="2260235"/>
            <a:ext cx="505267" cy="523220"/>
          </a:xfrm>
          <a:prstGeom prst="rect">
            <a:avLst/>
          </a:prstGeom>
          <a:noFill/>
        </p:spPr>
        <p:txBody>
          <a:bodyPr wrap="none" rtlCol="0">
            <a:spAutoFit/>
          </a:bodyPr>
          <a:lstStyle/>
          <a:p>
            <a:r>
              <a:rPr lang="en-US" sz="2800" b="1" dirty="0">
                <a:solidFill>
                  <a:schemeClr val="accent6"/>
                </a:solidFill>
                <a:latin typeface="Wingdings 2" panose="05020102010507070707" pitchFamily="18" charset="2"/>
              </a:rPr>
              <a:t>R</a:t>
            </a:r>
          </a:p>
        </p:txBody>
      </p:sp>
      <p:sp>
        <p:nvSpPr>
          <p:cNvPr id="14" name="TextBox 13">
            <a:extLst>
              <a:ext uri="{FF2B5EF4-FFF2-40B4-BE49-F238E27FC236}">
                <a16:creationId xmlns:a16="http://schemas.microsoft.com/office/drawing/2014/main" id="{62A1F762-A08F-971B-A115-F81DE6EFF69E}"/>
              </a:ext>
            </a:extLst>
          </p:cNvPr>
          <p:cNvSpPr txBox="1"/>
          <p:nvPr/>
        </p:nvSpPr>
        <p:spPr>
          <a:xfrm>
            <a:off x="10143246" y="2230989"/>
            <a:ext cx="471604" cy="584775"/>
          </a:xfrm>
          <a:prstGeom prst="rect">
            <a:avLst/>
          </a:prstGeom>
          <a:noFill/>
        </p:spPr>
        <p:txBody>
          <a:bodyPr wrap="none" rtlCol="0">
            <a:spAutoFit/>
          </a:bodyPr>
          <a:lstStyle/>
          <a:p>
            <a:r>
              <a:rPr lang="en-US" sz="3200" b="1" dirty="0">
                <a:solidFill>
                  <a:srgbClr val="0070C0"/>
                </a:solidFill>
                <a:latin typeface="Wingdings 2" panose="05020102010507070707" pitchFamily="18" charset="2"/>
              </a:rPr>
              <a:t>2</a:t>
            </a:r>
          </a:p>
        </p:txBody>
      </p:sp>
      <p:sp>
        <p:nvSpPr>
          <p:cNvPr id="15" name="Rectangle 14">
            <a:extLst>
              <a:ext uri="{FF2B5EF4-FFF2-40B4-BE49-F238E27FC236}">
                <a16:creationId xmlns:a16="http://schemas.microsoft.com/office/drawing/2014/main" id="{B8C7B886-6EE1-3897-6ED7-14EE3B9CB4B0}"/>
              </a:ext>
            </a:extLst>
          </p:cNvPr>
          <p:cNvSpPr/>
          <p:nvPr/>
        </p:nvSpPr>
        <p:spPr>
          <a:xfrm>
            <a:off x="7895886" y="2386994"/>
            <a:ext cx="243823" cy="272551"/>
          </a:xfrm>
          <a:prstGeom prst="rect">
            <a:avLst/>
          </a:prstGeom>
          <a:solidFill>
            <a:srgbClr val="F2F2F2">
              <a:alpha val="40000"/>
            </a:srgbClr>
          </a:solid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9614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4D0488-1FAA-8B8A-1DBF-CB6BED2DD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1E652-012F-B4A9-92B8-C3B2E54B3ABE}"/>
              </a:ext>
            </a:extLst>
          </p:cNvPr>
          <p:cNvSpPr>
            <a:spLocks noGrp="1"/>
          </p:cNvSpPr>
          <p:nvPr>
            <p:ph type="title"/>
          </p:nvPr>
        </p:nvSpPr>
        <p:spPr/>
        <p:txBody>
          <a:bodyPr/>
          <a:lstStyle/>
          <a:p>
            <a:r>
              <a:rPr lang="en-US" dirty="0"/>
              <a:t>NGRER SAS to R – POAM (Phase 2)</a:t>
            </a:r>
          </a:p>
        </p:txBody>
      </p:sp>
      <p:sp>
        <p:nvSpPr>
          <p:cNvPr id="3" name="Rectangle 2">
            <a:extLst>
              <a:ext uri="{FF2B5EF4-FFF2-40B4-BE49-F238E27FC236}">
                <a16:creationId xmlns:a16="http://schemas.microsoft.com/office/drawing/2014/main" id="{9715699B-0351-A3A8-9839-43B38E0C77F5}"/>
              </a:ext>
            </a:extLst>
          </p:cNvPr>
          <p:cNvSpPr/>
          <p:nvPr/>
        </p:nvSpPr>
        <p:spPr>
          <a:xfrm>
            <a:off x="4344200"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2.1: Index Set Generation</a:t>
            </a:r>
          </a:p>
        </p:txBody>
      </p:sp>
      <p:sp>
        <p:nvSpPr>
          <p:cNvPr id="4" name="Rectangle 3">
            <a:extLst>
              <a:ext uri="{FF2B5EF4-FFF2-40B4-BE49-F238E27FC236}">
                <a16:creationId xmlns:a16="http://schemas.microsoft.com/office/drawing/2014/main" id="{0A8FCED0-934C-B532-078C-F644DD3FC73E}"/>
              </a:ext>
            </a:extLst>
          </p:cNvPr>
          <p:cNvSpPr/>
          <p:nvPr/>
        </p:nvSpPr>
        <p:spPr>
          <a:xfrm>
            <a:off x="611561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dirty="0"/>
              <a:t>Milestone 2.2: Input Data Processing</a:t>
            </a:r>
          </a:p>
        </p:txBody>
      </p:sp>
      <p:sp>
        <p:nvSpPr>
          <p:cNvPr id="32" name="Rectangle 31">
            <a:extLst>
              <a:ext uri="{FF2B5EF4-FFF2-40B4-BE49-F238E27FC236}">
                <a16:creationId xmlns:a16="http://schemas.microsoft.com/office/drawing/2014/main" id="{A241AE13-E52C-9A37-4597-D8FEA9AC9BE9}"/>
              </a:ext>
            </a:extLst>
          </p:cNvPr>
          <p:cNvSpPr/>
          <p:nvPr/>
        </p:nvSpPr>
        <p:spPr>
          <a:xfrm>
            <a:off x="7887032"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2.3: Substitution Rules Processing</a:t>
            </a:r>
          </a:p>
        </p:txBody>
      </p:sp>
      <p:sp>
        <p:nvSpPr>
          <p:cNvPr id="37" name="Callout: Right Arrow 36">
            <a:extLst>
              <a:ext uri="{FF2B5EF4-FFF2-40B4-BE49-F238E27FC236}">
                <a16:creationId xmlns:a16="http://schemas.microsoft.com/office/drawing/2014/main" id="{44CF2C20-8DA0-0DEB-C0FA-E09212AF6EF2}"/>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2: Core Data Processing Migration (Weeks 5-8)</a:t>
            </a:r>
          </a:p>
        </p:txBody>
      </p:sp>
      <p:sp>
        <p:nvSpPr>
          <p:cNvPr id="38" name="Rectangle 37">
            <a:extLst>
              <a:ext uri="{FF2B5EF4-FFF2-40B4-BE49-F238E27FC236}">
                <a16:creationId xmlns:a16="http://schemas.microsoft.com/office/drawing/2014/main" id="{9975A713-D381-9031-6AAF-39B4F627ACC0}"/>
              </a:ext>
            </a:extLst>
          </p:cNvPr>
          <p:cNvSpPr/>
          <p:nvPr/>
        </p:nvSpPr>
        <p:spPr>
          <a:xfrm>
            <a:off x="965844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2.4: LMI Transfer Integration</a:t>
            </a:r>
          </a:p>
        </p:txBody>
      </p:sp>
      <p:sp>
        <p:nvSpPr>
          <p:cNvPr id="39" name="TextBox 38">
            <a:extLst>
              <a:ext uri="{FF2B5EF4-FFF2-40B4-BE49-F238E27FC236}">
                <a16:creationId xmlns:a16="http://schemas.microsoft.com/office/drawing/2014/main" id="{C0C76D77-7B5E-B19A-24F6-70D33770A321}"/>
              </a:ext>
            </a:extLst>
          </p:cNvPr>
          <p:cNvSpPr txBox="1"/>
          <p:nvPr/>
        </p:nvSpPr>
        <p:spPr>
          <a:xfrm>
            <a:off x="4225711" y="3900954"/>
            <a:ext cx="1682012" cy="1785104"/>
          </a:xfrm>
          <a:prstGeom prst="rect">
            <a:avLst/>
          </a:prstGeom>
          <a:noFill/>
        </p:spPr>
        <p:txBody>
          <a:bodyPr wrap="square">
            <a:spAutoFit/>
          </a:bodyPr>
          <a:lstStyle/>
          <a:p>
            <a:r>
              <a:rPr lang="en-US" sz="1000" dirty="0"/>
              <a:t>Week 5: Migrate `MAKE_INDEX_SETS_v2.sas`</a:t>
            </a:r>
          </a:p>
          <a:p>
            <a:pPr marL="171450" indent="-171450">
              <a:buFont typeface="Arial" panose="020B0604020202020204" pitchFamily="34" charset="0"/>
              <a:buChar char="•"/>
            </a:pPr>
            <a:r>
              <a:rPr lang="en-US" sz="1000" dirty="0"/>
              <a:t>Create LIN, unit, component, and ERC master lists</a:t>
            </a:r>
          </a:p>
          <a:p>
            <a:pPr marL="171450" indent="-171450">
              <a:buFont typeface="Arial" panose="020B0604020202020204" pitchFamily="34" charset="0"/>
              <a:buChar char="•"/>
            </a:pPr>
            <a:r>
              <a:rPr lang="en-US" sz="1000" dirty="0"/>
              <a:t>Implement data standardization functions</a:t>
            </a:r>
          </a:p>
          <a:p>
            <a:pPr marL="171450" indent="-171450">
              <a:buFont typeface="Arial" panose="020B0604020202020204" pitchFamily="34" charset="0"/>
              <a:buChar char="•"/>
            </a:pPr>
            <a:r>
              <a:rPr lang="en-US" sz="1000" dirty="0"/>
              <a:t>Validate against existing SAS outputs</a:t>
            </a:r>
          </a:p>
        </p:txBody>
      </p:sp>
      <p:sp>
        <p:nvSpPr>
          <p:cNvPr id="41" name="TextBox 40">
            <a:extLst>
              <a:ext uri="{FF2B5EF4-FFF2-40B4-BE49-F238E27FC236}">
                <a16:creationId xmlns:a16="http://schemas.microsoft.com/office/drawing/2014/main" id="{5E306439-E4F3-1481-9384-4420A2AC4F92}"/>
              </a:ext>
            </a:extLst>
          </p:cNvPr>
          <p:cNvSpPr txBox="1"/>
          <p:nvPr/>
        </p:nvSpPr>
        <p:spPr>
          <a:xfrm>
            <a:off x="5997125" y="3906800"/>
            <a:ext cx="1682012" cy="1785104"/>
          </a:xfrm>
          <a:prstGeom prst="rect">
            <a:avLst/>
          </a:prstGeom>
          <a:noFill/>
        </p:spPr>
        <p:txBody>
          <a:bodyPr wrap="square">
            <a:spAutoFit/>
          </a:bodyPr>
          <a:lstStyle/>
          <a:p>
            <a:r>
              <a:rPr lang="en-US" sz="1000" dirty="0"/>
              <a:t>Week 6: Migrate `</a:t>
            </a:r>
            <a:r>
              <a:rPr lang="en-US" sz="1000" dirty="0" err="1"/>
              <a:t>generate_opt_model_inputs.sas</a:t>
            </a:r>
            <a:r>
              <a:rPr lang="en-US" sz="1000" dirty="0"/>
              <a:t>`</a:t>
            </a:r>
          </a:p>
          <a:p>
            <a:pPr marL="171450" indent="-171450">
              <a:buFont typeface="Arial" panose="020B0604020202020204" pitchFamily="34" charset="0"/>
              <a:buChar char="•"/>
            </a:pPr>
            <a:r>
              <a:rPr lang="en-US" sz="1000" dirty="0"/>
              <a:t>SACS requirements processing</a:t>
            </a:r>
          </a:p>
          <a:p>
            <a:pPr marL="171450" indent="-171450">
              <a:buFont typeface="Arial" panose="020B0604020202020204" pitchFamily="34" charset="0"/>
              <a:buChar char="•"/>
            </a:pPr>
            <a:r>
              <a:rPr lang="en-US" sz="1000" dirty="0"/>
              <a:t>LDAC inventory integration</a:t>
            </a:r>
          </a:p>
          <a:p>
            <a:pPr marL="171450" indent="-171450">
              <a:buFont typeface="Arial" panose="020B0604020202020204" pitchFamily="34" charset="0"/>
              <a:buChar char="•"/>
            </a:pPr>
            <a:r>
              <a:rPr lang="en-US" sz="1000" dirty="0"/>
              <a:t>DARPL priority assignment</a:t>
            </a:r>
          </a:p>
          <a:p>
            <a:pPr marL="171450" indent="-171450">
              <a:buFont typeface="Arial" panose="020B0604020202020204" pitchFamily="34" charset="0"/>
              <a:buChar char="•"/>
            </a:pPr>
            <a:r>
              <a:rPr lang="en-US" sz="1000" dirty="0"/>
              <a:t>FDIIS-LQA procurement data handling</a:t>
            </a:r>
          </a:p>
        </p:txBody>
      </p:sp>
      <p:sp>
        <p:nvSpPr>
          <p:cNvPr id="47" name="TextBox 46">
            <a:extLst>
              <a:ext uri="{FF2B5EF4-FFF2-40B4-BE49-F238E27FC236}">
                <a16:creationId xmlns:a16="http://schemas.microsoft.com/office/drawing/2014/main" id="{B88FFF2A-D988-E50F-64C6-BE9B93CEE0CE}"/>
              </a:ext>
            </a:extLst>
          </p:cNvPr>
          <p:cNvSpPr txBox="1"/>
          <p:nvPr/>
        </p:nvSpPr>
        <p:spPr>
          <a:xfrm>
            <a:off x="7768543" y="3900953"/>
            <a:ext cx="1682012" cy="1631216"/>
          </a:xfrm>
          <a:prstGeom prst="rect">
            <a:avLst/>
          </a:prstGeom>
          <a:noFill/>
        </p:spPr>
        <p:txBody>
          <a:bodyPr wrap="square">
            <a:spAutoFit/>
          </a:bodyPr>
          <a:lstStyle/>
          <a:p>
            <a:r>
              <a:rPr lang="en-US" sz="1000" dirty="0"/>
              <a:t>Week 7: Implement substitution rule logic</a:t>
            </a:r>
          </a:p>
          <a:p>
            <a:pPr marL="171450" indent="-171450">
              <a:buFont typeface="Arial" panose="020B0604020202020204" pitchFamily="34" charset="0"/>
              <a:buChar char="•"/>
            </a:pPr>
            <a:r>
              <a:rPr lang="en-US" sz="1000" dirty="0"/>
              <a:t>SB 700-20 Appendix H processing</a:t>
            </a:r>
          </a:p>
          <a:p>
            <a:pPr marL="171450" indent="-171450">
              <a:buFont typeface="Arial" panose="020B0604020202020204" pitchFamily="34" charset="0"/>
              <a:buChar char="•"/>
            </a:pPr>
            <a:r>
              <a:rPr lang="en-US" sz="1000" dirty="0"/>
              <a:t>LMDB substitution rule integration</a:t>
            </a:r>
          </a:p>
          <a:p>
            <a:pPr marL="171450" indent="-171450">
              <a:buFont typeface="Arial" panose="020B0604020202020204" pitchFamily="34" charset="0"/>
              <a:buChar char="•"/>
            </a:pPr>
            <a:r>
              <a:rPr lang="en-US" sz="1000" dirty="0"/>
              <a:t>Source prioritization (1-2 vs 3-9)</a:t>
            </a:r>
          </a:p>
          <a:p>
            <a:pPr marL="171450" indent="-171450">
              <a:buFont typeface="Arial" panose="020B0604020202020204" pitchFamily="34" charset="0"/>
              <a:buChar char="•"/>
            </a:pPr>
            <a:r>
              <a:rPr lang="en-US" sz="1000" dirty="0"/>
              <a:t>Modernization level validation</a:t>
            </a:r>
          </a:p>
        </p:txBody>
      </p:sp>
      <p:sp>
        <p:nvSpPr>
          <p:cNvPr id="48" name="TextBox 47">
            <a:extLst>
              <a:ext uri="{FF2B5EF4-FFF2-40B4-BE49-F238E27FC236}">
                <a16:creationId xmlns:a16="http://schemas.microsoft.com/office/drawing/2014/main" id="{34DB9542-CAA5-4A3B-9B2B-D2D6E1F1E854}"/>
              </a:ext>
            </a:extLst>
          </p:cNvPr>
          <p:cNvSpPr txBox="1"/>
          <p:nvPr/>
        </p:nvSpPr>
        <p:spPr>
          <a:xfrm>
            <a:off x="9539957" y="3900953"/>
            <a:ext cx="1682012" cy="1323439"/>
          </a:xfrm>
          <a:prstGeom prst="rect">
            <a:avLst/>
          </a:prstGeom>
          <a:noFill/>
        </p:spPr>
        <p:txBody>
          <a:bodyPr wrap="square">
            <a:spAutoFit/>
          </a:bodyPr>
          <a:lstStyle/>
          <a:p>
            <a:r>
              <a:rPr lang="en-US" sz="1000" dirty="0"/>
              <a:t>Week 8: Equipment transfer processing</a:t>
            </a:r>
          </a:p>
          <a:p>
            <a:pPr marL="171450" indent="-171450">
              <a:buFont typeface="Arial" panose="020B0604020202020204" pitchFamily="34" charset="0"/>
              <a:buChar char="•"/>
            </a:pPr>
            <a:r>
              <a:rPr lang="en-US" sz="1000" dirty="0"/>
              <a:t>DST transfer data processing</a:t>
            </a:r>
          </a:p>
          <a:p>
            <a:pPr marL="171450" indent="-171450">
              <a:buFont typeface="Arial" panose="020B0604020202020204" pitchFamily="34" charset="0"/>
              <a:buChar char="•"/>
            </a:pPr>
            <a:r>
              <a:rPr lang="en-US" sz="1000" dirty="0"/>
              <a:t>Unit-level transfer calculations</a:t>
            </a:r>
          </a:p>
          <a:p>
            <a:pPr marL="171450" indent="-171450">
              <a:buFont typeface="Arial" panose="020B0604020202020204" pitchFamily="34" charset="0"/>
              <a:buChar char="•"/>
            </a:pPr>
            <a:r>
              <a:rPr lang="en-US" sz="1000" dirty="0"/>
              <a:t>Component transfer validation</a:t>
            </a:r>
          </a:p>
        </p:txBody>
      </p:sp>
    </p:spTree>
    <p:extLst>
      <p:ext uri="{BB962C8B-B14F-4D97-AF65-F5344CB8AC3E}">
        <p14:creationId xmlns:p14="http://schemas.microsoft.com/office/powerpoint/2010/main" val="1123383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CB391-1664-6BCB-1DD5-1C06AB5F6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80D39-AA6A-B66E-9591-6AC2CCA68284}"/>
              </a:ext>
            </a:extLst>
          </p:cNvPr>
          <p:cNvSpPr>
            <a:spLocks noGrp="1"/>
          </p:cNvSpPr>
          <p:nvPr>
            <p:ph type="title"/>
          </p:nvPr>
        </p:nvSpPr>
        <p:spPr/>
        <p:txBody>
          <a:bodyPr/>
          <a:lstStyle/>
          <a:p>
            <a:r>
              <a:rPr lang="en-US" dirty="0"/>
              <a:t>NGRER SAS to R – POAM (Phase 2.5)</a:t>
            </a:r>
          </a:p>
        </p:txBody>
      </p:sp>
      <p:sp>
        <p:nvSpPr>
          <p:cNvPr id="37" name="Callout: Right Arrow 36">
            <a:extLst>
              <a:ext uri="{FF2B5EF4-FFF2-40B4-BE49-F238E27FC236}">
                <a16:creationId xmlns:a16="http://schemas.microsoft.com/office/drawing/2014/main" id="{881A0B52-25C9-9ED5-7B22-844414600596}"/>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2.5: Advanced Optimization Features (Weeks 9-12)</a:t>
            </a:r>
          </a:p>
        </p:txBody>
      </p:sp>
      <p:sp>
        <p:nvSpPr>
          <p:cNvPr id="5" name="Rectangle 4">
            <a:extLst>
              <a:ext uri="{FF2B5EF4-FFF2-40B4-BE49-F238E27FC236}">
                <a16:creationId xmlns:a16="http://schemas.microsoft.com/office/drawing/2014/main" id="{0ACF7D6A-3305-80CD-802D-E2755E2D8E27}"/>
              </a:ext>
            </a:extLst>
          </p:cNvPr>
          <p:cNvSpPr/>
          <p:nvPr/>
        </p:nvSpPr>
        <p:spPr>
          <a:xfrm>
            <a:off x="4934033" y="3059073"/>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Milestone 2.5.1: Stochastic Programming Implementation</a:t>
            </a:r>
          </a:p>
        </p:txBody>
      </p:sp>
      <p:sp>
        <p:nvSpPr>
          <p:cNvPr id="11" name="Rectangle 10">
            <a:extLst>
              <a:ext uri="{FF2B5EF4-FFF2-40B4-BE49-F238E27FC236}">
                <a16:creationId xmlns:a16="http://schemas.microsoft.com/office/drawing/2014/main" id="{E523B652-394D-8BC3-39AD-BD1A0F69C8E7}"/>
              </a:ext>
            </a:extLst>
          </p:cNvPr>
          <p:cNvSpPr/>
          <p:nvPr/>
        </p:nvSpPr>
        <p:spPr>
          <a:xfrm>
            <a:off x="7295281" y="3059073"/>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Milestone 2.5.2: Multi-Objective Optimization</a:t>
            </a:r>
            <a:endParaRPr lang="it-IT" sz="1100" b="1" dirty="0"/>
          </a:p>
        </p:txBody>
      </p:sp>
      <p:sp>
        <p:nvSpPr>
          <p:cNvPr id="6" name="Rectangle 5">
            <a:extLst>
              <a:ext uri="{FF2B5EF4-FFF2-40B4-BE49-F238E27FC236}">
                <a16:creationId xmlns:a16="http://schemas.microsoft.com/office/drawing/2014/main" id="{F3A13750-8248-4F57-8931-749559B4DEF5}"/>
              </a:ext>
            </a:extLst>
          </p:cNvPr>
          <p:cNvSpPr/>
          <p:nvPr/>
        </p:nvSpPr>
        <p:spPr>
          <a:xfrm>
            <a:off x="9656532" y="3059073"/>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Milestone 2.5.3: Dynamic Programming Integration</a:t>
            </a:r>
          </a:p>
        </p:txBody>
      </p:sp>
      <p:sp>
        <p:nvSpPr>
          <p:cNvPr id="7" name="TextBox 6">
            <a:extLst>
              <a:ext uri="{FF2B5EF4-FFF2-40B4-BE49-F238E27FC236}">
                <a16:creationId xmlns:a16="http://schemas.microsoft.com/office/drawing/2014/main" id="{1B9C25EB-496F-E91A-9CA9-2BB826DD4ECF}"/>
              </a:ext>
            </a:extLst>
          </p:cNvPr>
          <p:cNvSpPr txBox="1"/>
          <p:nvPr/>
        </p:nvSpPr>
        <p:spPr>
          <a:xfrm>
            <a:off x="4862039" y="3798054"/>
            <a:ext cx="1682012" cy="1785104"/>
          </a:xfrm>
          <a:prstGeom prst="rect">
            <a:avLst/>
          </a:prstGeom>
          <a:noFill/>
        </p:spPr>
        <p:txBody>
          <a:bodyPr wrap="square">
            <a:spAutoFit/>
          </a:bodyPr>
          <a:lstStyle/>
          <a:p>
            <a:r>
              <a:rPr lang="en-US" sz="1000" dirty="0"/>
              <a:t>Week 9 : Implement uncertainty modeling for demand forecasting</a:t>
            </a:r>
          </a:p>
          <a:p>
            <a:pPr marL="171450" indent="-171450">
              <a:buFont typeface="Arial" panose="020B0604020202020204" pitchFamily="34" charset="0"/>
              <a:buChar char="•"/>
            </a:pPr>
            <a:r>
              <a:rPr lang="en-US" sz="1000" dirty="0"/>
              <a:t>Data Sources : Historical variance data, forecast confidence intervals</a:t>
            </a:r>
          </a:p>
          <a:p>
            <a:pPr marL="171450" indent="-171450">
              <a:buFont typeface="Arial" panose="020B0604020202020204" pitchFamily="34" charset="0"/>
              <a:buChar char="•"/>
            </a:pPr>
            <a:r>
              <a:rPr lang="en-US" sz="1000" dirty="0"/>
              <a:t>R Implementation: Stochastic programming with scenario generation</a:t>
            </a:r>
          </a:p>
        </p:txBody>
      </p:sp>
      <p:sp>
        <p:nvSpPr>
          <p:cNvPr id="8" name="TextBox 7">
            <a:extLst>
              <a:ext uri="{FF2B5EF4-FFF2-40B4-BE49-F238E27FC236}">
                <a16:creationId xmlns:a16="http://schemas.microsoft.com/office/drawing/2014/main" id="{4C9DF316-6BD6-7CCD-0294-288CD6C25503}"/>
              </a:ext>
            </a:extLst>
          </p:cNvPr>
          <p:cNvSpPr txBox="1"/>
          <p:nvPr/>
        </p:nvSpPr>
        <p:spPr>
          <a:xfrm>
            <a:off x="7223285" y="3798054"/>
            <a:ext cx="1682012" cy="1785104"/>
          </a:xfrm>
          <a:prstGeom prst="rect">
            <a:avLst/>
          </a:prstGeom>
          <a:noFill/>
        </p:spPr>
        <p:txBody>
          <a:bodyPr wrap="square">
            <a:spAutoFit/>
          </a:bodyPr>
          <a:lstStyle/>
          <a:p>
            <a:r>
              <a:rPr lang="en-US" sz="1000" dirty="0"/>
              <a:t>Week 10 : Implement Pareto-optimal trade-off analysis</a:t>
            </a:r>
          </a:p>
          <a:p>
            <a:endParaRPr lang="en-US" sz="1000" dirty="0"/>
          </a:p>
          <a:p>
            <a:r>
              <a:rPr lang="en-US" sz="1000" dirty="0"/>
              <a:t>Objectives : </a:t>
            </a:r>
          </a:p>
          <a:p>
            <a:pPr marL="171450" indent="-171450">
              <a:buFont typeface="Arial" panose="020B0604020202020204" pitchFamily="34" charset="0"/>
              <a:buChar char="•"/>
            </a:pPr>
            <a:r>
              <a:rPr lang="en-US" sz="1000" dirty="0"/>
              <a:t>Cost minimization vs. readiness maximization vs. modernization priorities</a:t>
            </a:r>
          </a:p>
          <a:p>
            <a:pPr marL="171450" indent="-171450">
              <a:buFont typeface="Arial" panose="020B0604020202020204" pitchFamily="34" charset="0"/>
              <a:buChar char="•"/>
            </a:pPr>
            <a:r>
              <a:rPr lang="en-US" sz="1000" dirty="0"/>
              <a:t>Multi-criteria optimization</a:t>
            </a:r>
          </a:p>
        </p:txBody>
      </p:sp>
      <p:sp>
        <p:nvSpPr>
          <p:cNvPr id="9" name="TextBox 8">
            <a:extLst>
              <a:ext uri="{FF2B5EF4-FFF2-40B4-BE49-F238E27FC236}">
                <a16:creationId xmlns:a16="http://schemas.microsoft.com/office/drawing/2014/main" id="{DBF8E906-6F3F-68BB-4BE8-773CA627159E}"/>
              </a:ext>
            </a:extLst>
          </p:cNvPr>
          <p:cNvSpPr txBox="1"/>
          <p:nvPr/>
        </p:nvSpPr>
        <p:spPr>
          <a:xfrm>
            <a:off x="9584538" y="3798054"/>
            <a:ext cx="1682012" cy="1015663"/>
          </a:xfrm>
          <a:prstGeom prst="rect">
            <a:avLst/>
          </a:prstGeom>
          <a:noFill/>
        </p:spPr>
        <p:txBody>
          <a:bodyPr wrap="square">
            <a:spAutoFit/>
          </a:bodyPr>
          <a:lstStyle/>
          <a:p>
            <a:r>
              <a:rPr lang="en-US" sz="1000" dirty="0"/>
              <a:t>Week 11 : Equipment lifecycle optimization across multiple periods</a:t>
            </a:r>
          </a:p>
          <a:p>
            <a:endParaRPr lang="en-US" sz="1000" dirty="0"/>
          </a:p>
          <a:p>
            <a:r>
              <a:rPr lang="en-US" sz="1000" dirty="0"/>
              <a:t>Week 12 : Replacement timing optimization</a:t>
            </a:r>
          </a:p>
        </p:txBody>
      </p:sp>
    </p:spTree>
    <p:extLst>
      <p:ext uri="{BB962C8B-B14F-4D97-AF65-F5344CB8AC3E}">
        <p14:creationId xmlns:p14="http://schemas.microsoft.com/office/powerpoint/2010/main" val="774298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00807-5870-20A5-C2EA-9F0F24470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1CE82-5A83-CB06-2B00-617CA6CC8D81}"/>
              </a:ext>
            </a:extLst>
          </p:cNvPr>
          <p:cNvSpPr>
            <a:spLocks noGrp="1"/>
          </p:cNvSpPr>
          <p:nvPr>
            <p:ph type="title"/>
          </p:nvPr>
        </p:nvSpPr>
        <p:spPr/>
        <p:txBody>
          <a:bodyPr/>
          <a:lstStyle/>
          <a:p>
            <a:r>
              <a:rPr lang="en-US" dirty="0"/>
              <a:t>NGRER SAS to R – POAM (Phase 3)</a:t>
            </a:r>
          </a:p>
        </p:txBody>
      </p:sp>
      <p:sp>
        <p:nvSpPr>
          <p:cNvPr id="3" name="Callout: Right Arrow 2">
            <a:extLst>
              <a:ext uri="{FF2B5EF4-FFF2-40B4-BE49-F238E27FC236}">
                <a16:creationId xmlns:a16="http://schemas.microsoft.com/office/drawing/2014/main" id="{30738EFF-76AF-B3FA-E3A7-C510F2E0F975}"/>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3: Clustering and Problem Decomposition (Weeks 13-14)</a:t>
            </a:r>
          </a:p>
        </p:txBody>
      </p:sp>
      <p:sp>
        <p:nvSpPr>
          <p:cNvPr id="4" name="Rectangle 3">
            <a:extLst>
              <a:ext uri="{FF2B5EF4-FFF2-40B4-BE49-F238E27FC236}">
                <a16:creationId xmlns:a16="http://schemas.microsoft.com/office/drawing/2014/main" id="{04CF36DF-D9C4-9B23-2142-815059E5243B}"/>
              </a:ext>
            </a:extLst>
          </p:cNvPr>
          <p:cNvSpPr/>
          <p:nvPr/>
        </p:nvSpPr>
        <p:spPr>
          <a:xfrm>
            <a:off x="4934033"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3.1: Graph-Based Clustering</a:t>
            </a:r>
          </a:p>
        </p:txBody>
      </p:sp>
      <p:sp>
        <p:nvSpPr>
          <p:cNvPr id="32" name="Rectangle 31">
            <a:extLst>
              <a:ext uri="{FF2B5EF4-FFF2-40B4-BE49-F238E27FC236}">
                <a16:creationId xmlns:a16="http://schemas.microsoft.com/office/drawing/2014/main" id="{33803F91-FC0F-50D1-5695-6E642A7AA9C5}"/>
              </a:ext>
            </a:extLst>
          </p:cNvPr>
          <p:cNvSpPr/>
          <p:nvPr/>
        </p:nvSpPr>
        <p:spPr>
          <a:xfrm>
            <a:off x="7295282" y="3059074"/>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3.2: Cluster Processing Framework</a:t>
            </a:r>
          </a:p>
        </p:txBody>
      </p:sp>
      <p:sp>
        <p:nvSpPr>
          <p:cNvPr id="38" name="TextBox 37">
            <a:extLst>
              <a:ext uri="{FF2B5EF4-FFF2-40B4-BE49-F238E27FC236}">
                <a16:creationId xmlns:a16="http://schemas.microsoft.com/office/drawing/2014/main" id="{53004934-D006-CCB7-B06B-CD008A0B4898}"/>
              </a:ext>
            </a:extLst>
          </p:cNvPr>
          <p:cNvSpPr txBox="1"/>
          <p:nvPr/>
        </p:nvSpPr>
        <p:spPr>
          <a:xfrm>
            <a:off x="4590882" y="3900954"/>
            <a:ext cx="2131335" cy="1477328"/>
          </a:xfrm>
          <a:prstGeom prst="rect">
            <a:avLst/>
          </a:prstGeom>
          <a:noFill/>
        </p:spPr>
        <p:txBody>
          <a:bodyPr wrap="square">
            <a:spAutoFit/>
          </a:bodyPr>
          <a:lstStyle/>
          <a:p>
            <a:r>
              <a:rPr lang="en-US" sz="1000" dirty="0"/>
              <a:t>Week 13: Migrate `Make_Clusters_Optmodel_with_LINs.txt`</a:t>
            </a:r>
          </a:p>
          <a:p>
            <a:pPr marL="171450" indent="-171450">
              <a:buFont typeface="Arial" panose="020B0604020202020204" pitchFamily="34" charset="0"/>
              <a:buChar char="•"/>
            </a:pPr>
            <a:r>
              <a:rPr lang="en-US" sz="1000" dirty="0"/>
              <a:t>Implement breadth-first search clustering</a:t>
            </a:r>
          </a:p>
          <a:p>
            <a:pPr marL="171450" indent="-171450">
              <a:buFont typeface="Arial" panose="020B0604020202020204" pitchFamily="34" charset="0"/>
              <a:buChar char="•"/>
            </a:pPr>
            <a:r>
              <a:rPr lang="en-US" sz="1000" dirty="0"/>
              <a:t>Connected components analysis using `</a:t>
            </a:r>
            <a:r>
              <a:rPr lang="en-US" sz="1000" dirty="0" err="1"/>
              <a:t>igraph</a:t>
            </a:r>
            <a:r>
              <a:rPr lang="en-US" sz="1000" dirty="0"/>
              <a:t>`</a:t>
            </a:r>
          </a:p>
          <a:p>
            <a:pPr marL="171450" indent="-171450">
              <a:buFont typeface="Arial" panose="020B0604020202020204" pitchFamily="34" charset="0"/>
              <a:buChar char="•"/>
            </a:pPr>
            <a:r>
              <a:rPr lang="en-US" sz="1000" dirty="0"/>
              <a:t>Cluster validation and size optimization</a:t>
            </a:r>
          </a:p>
        </p:txBody>
      </p:sp>
      <p:sp>
        <p:nvSpPr>
          <p:cNvPr id="39" name="TextBox 38">
            <a:extLst>
              <a:ext uri="{FF2B5EF4-FFF2-40B4-BE49-F238E27FC236}">
                <a16:creationId xmlns:a16="http://schemas.microsoft.com/office/drawing/2014/main" id="{20A3077F-9BD3-77E6-A4D1-975BBBCF2D83}"/>
              </a:ext>
            </a:extLst>
          </p:cNvPr>
          <p:cNvSpPr txBox="1"/>
          <p:nvPr/>
        </p:nvSpPr>
        <p:spPr>
          <a:xfrm>
            <a:off x="6952131" y="3900954"/>
            <a:ext cx="2131335" cy="1323439"/>
          </a:xfrm>
          <a:prstGeom prst="rect">
            <a:avLst/>
          </a:prstGeom>
          <a:noFill/>
        </p:spPr>
        <p:txBody>
          <a:bodyPr wrap="square">
            <a:spAutoFit/>
          </a:bodyPr>
          <a:lstStyle/>
          <a:p>
            <a:r>
              <a:rPr lang="en-US" sz="1000" dirty="0"/>
              <a:t>Week 14: Migrate `</a:t>
            </a:r>
            <a:r>
              <a:rPr lang="en-US" sz="1000" dirty="0" err="1"/>
              <a:t>generate_clusters.sas</a:t>
            </a:r>
            <a:r>
              <a:rPr lang="en-US" sz="1000" dirty="0"/>
              <a:t>`</a:t>
            </a:r>
          </a:p>
          <a:p>
            <a:pPr marL="171450" indent="-171450">
              <a:buFont typeface="Arial" panose="020B0604020202020204" pitchFamily="34" charset="0"/>
              <a:buChar char="•"/>
            </a:pPr>
            <a:r>
              <a:rPr lang="en-US" sz="1000" dirty="0"/>
              <a:t>Component-wise vs. integrated processing logic</a:t>
            </a:r>
          </a:p>
          <a:p>
            <a:pPr marL="171450" indent="-171450">
              <a:buFont typeface="Arial" panose="020B0604020202020204" pitchFamily="34" charset="0"/>
              <a:buChar char="•"/>
            </a:pPr>
            <a:r>
              <a:rPr lang="en-US" sz="1000" dirty="0"/>
              <a:t>Index set creation for each cluster</a:t>
            </a:r>
          </a:p>
          <a:p>
            <a:pPr marL="171450" indent="-171450">
              <a:buFont typeface="Arial" panose="020B0604020202020204" pitchFamily="34" charset="0"/>
              <a:buChar char="•"/>
            </a:pPr>
            <a:r>
              <a:rPr lang="en-US" sz="1000" dirty="0"/>
              <a:t>Transfer rule validation framework</a:t>
            </a:r>
          </a:p>
        </p:txBody>
      </p:sp>
    </p:spTree>
    <p:extLst>
      <p:ext uri="{BB962C8B-B14F-4D97-AF65-F5344CB8AC3E}">
        <p14:creationId xmlns:p14="http://schemas.microsoft.com/office/powerpoint/2010/main" val="3946184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DF2A3-6500-D609-947C-6ABB89C75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3E331-8C47-644E-7DA4-0FA9093E8E98}"/>
              </a:ext>
            </a:extLst>
          </p:cNvPr>
          <p:cNvSpPr>
            <a:spLocks noGrp="1"/>
          </p:cNvSpPr>
          <p:nvPr>
            <p:ph type="title"/>
          </p:nvPr>
        </p:nvSpPr>
        <p:spPr/>
        <p:txBody>
          <a:bodyPr/>
          <a:lstStyle/>
          <a:p>
            <a:r>
              <a:rPr lang="en-US" dirty="0"/>
              <a:t>NGRER SAS to R – POAM (Phase 4)</a:t>
            </a:r>
          </a:p>
        </p:txBody>
      </p:sp>
      <p:sp>
        <p:nvSpPr>
          <p:cNvPr id="3" name="Rectangle 2">
            <a:extLst>
              <a:ext uri="{FF2B5EF4-FFF2-40B4-BE49-F238E27FC236}">
                <a16:creationId xmlns:a16="http://schemas.microsoft.com/office/drawing/2014/main" id="{C66A7E38-E531-85CD-2861-8FA2AC633A96}"/>
              </a:ext>
            </a:extLst>
          </p:cNvPr>
          <p:cNvSpPr/>
          <p:nvPr/>
        </p:nvSpPr>
        <p:spPr>
          <a:xfrm>
            <a:off x="4344200"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4.1: Base Optimization Model</a:t>
            </a:r>
          </a:p>
        </p:txBody>
      </p:sp>
      <p:sp>
        <p:nvSpPr>
          <p:cNvPr id="4" name="Rectangle 3">
            <a:extLst>
              <a:ext uri="{FF2B5EF4-FFF2-40B4-BE49-F238E27FC236}">
                <a16:creationId xmlns:a16="http://schemas.microsoft.com/office/drawing/2014/main" id="{098E9746-F8A5-C980-28F7-A86CBC6A823A}"/>
              </a:ext>
            </a:extLst>
          </p:cNvPr>
          <p:cNvSpPr/>
          <p:nvPr/>
        </p:nvSpPr>
        <p:spPr>
          <a:xfrm>
            <a:off x="611561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4.2: Advanced Optimization Features</a:t>
            </a:r>
          </a:p>
        </p:txBody>
      </p:sp>
      <p:sp>
        <p:nvSpPr>
          <p:cNvPr id="32" name="Rectangle 31">
            <a:extLst>
              <a:ext uri="{FF2B5EF4-FFF2-40B4-BE49-F238E27FC236}">
                <a16:creationId xmlns:a16="http://schemas.microsoft.com/office/drawing/2014/main" id="{5B95113A-7EE4-2C7D-8201-18D998C06563}"/>
              </a:ext>
            </a:extLst>
          </p:cNvPr>
          <p:cNvSpPr/>
          <p:nvPr/>
        </p:nvSpPr>
        <p:spPr>
          <a:xfrm>
            <a:off x="7887032"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4.3: No-Substitution Variant</a:t>
            </a:r>
          </a:p>
        </p:txBody>
      </p:sp>
      <p:sp>
        <p:nvSpPr>
          <p:cNvPr id="37" name="Callout: Right Arrow 36">
            <a:extLst>
              <a:ext uri="{FF2B5EF4-FFF2-40B4-BE49-F238E27FC236}">
                <a16:creationId xmlns:a16="http://schemas.microsoft.com/office/drawing/2014/main" id="{3D9A06F7-1C9E-5137-FEE9-B055AC49682F}"/>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4: Core Optimization Engine (Weeks 15-18)</a:t>
            </a:r>
          </a:p>
        </p:txBody>
      </p:sp>
      <p:sp>
        <p:nvSpPr>
          <p:cNvPr id="38" name="Rectangle 37">
            <a:extLst>
              <a:ext uri="{FF2B5EF4-FFF2-40B4-BE49-F238E27FC236}">
                <a16:creationId xmlns:a16="http://schemas.microsoft.com/office/drawing/2014/main" id="{B2A4A014-BE93-A80F-B332-5D3B9C677888}"/>
              </a:ext>
            </a:extLst>
          </p:cNvPr>
          <p:cNvSpPr/>
          <p:nvPr/>
        </p:nvSpPr>
        <p:spPr>
          <a:xfrm>
            <a:off x="965844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4.4: Solver Integration and Testing</a:t>
            </a:r>
          </a:p>
        </p:txBody>
      </p:sp>
      <p:sp>
        <p:nvSpPr>
          <p:cNvPr id="39" name="TextBox 38">
            <a:extLst>
              <a:ext uri="{FF2B5EF4-FFF2-40B4-BE49-F238E27FC236}">
                <a16:creationId xmlns:a16="http://schemas.microsoft.com/office/drawing/2014/main" id="{CFEEA28B-2583-21B0-A60D-C3152F824AA1}"/>
              </a:ext>
            </a:extLst>
          </p:cNvPr>
          <p:cNvSpPr txBox="1"/>
          <p:nvPr/>
        </p:nvSpPr>
        <p:spPr>
          <a:xfrm>
            <a:off x="4225711" y="3900954"/>
            <a:ext cx="1682012" cy="1631216"/>
          </a:xfrm>
          <a:prstGeom prst="rect">
            <a:avLst/>
          </a:prstGeom>
          <a:noFill/>
        </p:spPr>
        <p:txBody>
          <a:bodyPr wrap="square">
            <a:spAutoFit/>
          </a:bodyPr>
          <a:lstStyle/>
          <a:p>
            <a:r>
              <a:rPr lang="en-US" sz="1000" dirty="0"/>
              <a:t>Week 15: Migrate core MILP formulation from `</a:t>
            </a:r>
            <a:r>
              <a:rPr lang="en-US" sz="1000" dirty="0" err="1"/>
              <a:t>model_optimization.sas</a:t>
            </a:r>
            <a:r>
              <a:rPr lang="en-US" sz="1000" dirty="0"/>
              <a:t>`</a:t>
            </a:r>
          </a:p>
          <a:p>
            <a:pPr marL="171450" indent="-171450">
              <a:buFont typeface="Arial" panose="020B0604020202020204" pitchFamily="34" charset="0"/>
              <a:buChar char="•"/>
            </a:pPr>
            <a:r>
              <a:rPr lang="en-US" sz="1000" dirty="0"/>
              <a:t>Decision variable definitions</a:t>
            </a:r>
          </a:p>
          <a:p>
            <a:pPr marL="171450" indent="-171450">
              <a:buFont typeface="Arial" panose="020B0604020202020204" pitchFamily="34" charset="0"/>
              <a:buChar char="•"/>
            </a:pPr>
            <a:r>
              <a:rPr lang="en-US" sz="1000" dirty="0"/>
              <a:t>Constraint matrix construction</a:t>
            </a:r>
          </a:p>
          <a:p>
            <a:pPr marL="171450" indent="-171450">
              <a:buFont typeface="Arial" panose="020B0604020202020204" pitchFamily="34" charset="0"/>
              <a:buChar char="•"/>
            </a:pPr>
            <a:r>
              <a:rPr lang="en-US" sz="1000" dirty="0"/>
              <a:t>Objective function implementation using `</a:t>
            </a:r>
            <a:r>
              <a:rPr lang="en-US" sz="1000" dirty="0" err="1"/>
              <a:t>lpSolve</a:t>
            </a:r>
            <a:r>
              <a:rPr lang="en-US" sz="1000" dirty="0"/>
              <a:t>`</a:t>
            </a:r>
          </a:p>
        </p:txBody>
      </p:sp>
      <p:sp>
        <p:nvSpPr>
          <p:cNvPr id="41" name="TextBox 40">
            <a:extLst>
              <a:ext uri="{FF2B5EF4-FFF2-40B4-BE49-F238E27FC236}">
                <a16:creationId xmlns:a16="http://schemas.microsoft.com/office/drawing/2014/main" id="{2E3D6850-54E5-9167-2350-E9BD37D16084}"/>
              </a:ext>
            </a:extLst>
          </p:cNvPr>
          <p:cNvSpPr txBox="1"/>
          <p:nvPr/>
        </p:nvSpPr>
        <p:spPr>
          <a:xfrm>
            <a:off x="5997125" y="3906800"/>
            <a:ext cx="1682012" cy="1785104"/>
          </a:xfrm>
          <a:prstGeom prst="rect">
            <a:avLst/>
          </a:prstGeom>
          <a:noFill/>
        </p:spPr>
        <p:txBody>
          <a:bodyPr wrap="square">
            <a:spAutoFit/>
          </a:bodyPr>
          <a:lstStyle/>
          <a:p>
            <a:r>
              <a:rPr lang="en-US" sz="1000" dirty="0"/>
              <a:t>Week 16: Implement substitution and transfer logic</a:t>
            </a:r>
          </a:p>
          <a:p>
            <a:pPr marL="171450" indent="-171450">
              <a:buFont typeface="Arial" panose="020B0604020202020204" pitchFamily="34" charset="0"/>
              <a:buChar char="•"/>
            </a:pPr>
            <a:r>
              <a:rPr lang="en-US" sz="1000" dirty="0"/>
              <a:t>ERC P/A assignment variables</a:t>
            </a:r>
          </a:p>
          <a:p>
            <a:pPr marL="171450" indent="-171450">
              <a:buFont typeface="Arial" panose="020B0604020202020204" pitchFamily="34" charset="0"/>
              <a:buChar char="•"/>
            </a:pPr>
            <a:r>
              <a:rPr lang="en-US" sz="1000" dirty="0"/>
              <a:t>Substitution assignment constraints</a:t>
            </a:r>
          </a:p>
          <a:p>
            <a:pPr marL="171450" indent="-171450">
              <a:buFont typeface="Arial" panose="020B0604020202020204" pitchFamily="34" charset="0"/>
              <a:buChar char="•"/>
            </a:pPr>
            <a:r>
              <a:rPr lang="en-US" sz="1000" dirty="0"/>
              <a:t>Intercomponent transfer variables</a:t>
            </a:r>
          </a:p>
          <a:p>
            <a:pPr marL="171450" indent="-171450">
              <a:buFont typeface="Arial" panose="020B0604020202020204" pitchFamily="34" charset="0"/>
              <a:buChar char="•"/>
            </a:pPr>
            <a:r>
              <a:rPr lang="en-US" sz="1000" dirty="0"/>
              <a:t>DARPL priority weighting</a:t>
            </a:r>
          </a:p>
        </p:txBody>
      </p:sp>
      <p:sp>
        <p:nvSpPr>
          <p:cNvPr id="47" name="TextBox 46">
            <a:extLst>
              <a:ext uri="{FF2B5EF4-FFF2-40B4-BE49-F238E27FC236}">
                <a16:creationId xmlns:a16="http://schemas.microsoft.com/office/drawing/2014/main" id="{B2A7787F-AB4D-5841-B2FA-6AE2593A84C4}"/>
              </a:ext>
            </a:extLst>
          </p:cNvPr>
          <p:cNvSpPr txBox="1"/>
          <p:nvPr/>
        </p:nvSpPr>
        <p:spPr>
          <a:xfrm>
            <a:off x="7768543" y="3900953"/>
            <a:ext cx="1682012" cy="1477328"/>
          </a:xfrm>
          <a:prstGeom prst="rect">
            <a:avLst/>
          </a:prstGeom>
          <a:noFill/>
        </p:spPr>
        <p:txBody>
          <a:bodyPr wrap="square">
            <a:spAutoFit/>
          </a:bodyPr>
          <a:lstStyle/>
          <a:p>
            <a:r>
              <a:rPr lang="en-US" sz="1000" dirty="0"/>
              <a:t>Week 17: Migrate `</a:t>
            </a:r>
            <a:r>
              <a:rPr lang="en-US" sz="1000" dirty="0" err="1"/>
              <a:t>model_optimization_nosubs.sas</a:t>
            </a:r>
            <a:r>
              <a:rPr lang="en-US" sz="1000" dirty="0"/>
              <a:t>`</a:t>
            </a:r>
          </a:p>
          <a:p>
            <a:pPr marL="171450" indent="-171450">
              <a:buFont typeface="Arial" panose="020B0604020202020204" pitchFamily="34" charset="0"/>
              <a:buChar char="•"/>
            </a:pPr>
            <a:r>
              <a:rPr lang="en-US" sz="1000" dirty="0"/>
              <a:t>OSD scenario implementation</a:t>
            </a:r>
          </a:p>
          <a:p>
            <a:pPr marL="171450" indent="-171450">
              <a:buFont typeface="Arial" panose="020B0604020202020204" pitchFamily="34" charset="0"/>
              <a:buChar char="•"/>
            </a:pPr>
            <a:r>
              <a:rPr lang="en-US" sz="1000" dirty="0"/>
              <a:t>Simplified constraint structure</a:t>
            </a:r>
          </a:p>
          <a:p>
            <a:pPr marL="171450" indent="-171450">
              <a:buFont typeface="Arial" panose="020B0604020202020204" pitchFamily="34" charset="0"/>
              <a:buChar char="•"/>
            </a:pPr>
            <a:r>
              <a:rPr lang="en-US" sz="1000" dirty="0"/>
              <a:t>Performance optimization</a:t>
            </a:r>
          </a:p>
        </p:txBody>
      </p:sp>
      <p:sp>
        <p:nvSpPr>
          <p:cNvPr id="48" name="TextBox 47">
            <a:extLst>
              <a:ext uri="{FF2B5EF4-FFF2-40B4-BE49-F238E27FC236}">
                <a16:creationId xmlns:a16="http://schemas.microsoft.com/office/drawing/2014/main" id="{718BCF63-ACC1-0C68-146F-7B94ACFB23B0}"/>
              </a:ext>
            </a:extLst>
          </p:cNvPr>
          <p:cNvSpPr txBox="1"/>
          <p:nvPr/>
        </p:nvSpPr>
        <p:spPr>
          <a:xfrm>
            <a:off x="9539957" y="3900953"/>
            <a:ext cx="1682012" cy="1323439"/>
          </a:xfrm>
          <a:prstGeom prst="rect">
            <a:avLst/>
          </a:prstGeom>
          <a:noFill/>
        </p:spPr>
        <p:txBody>
          <a:bodyPr wrap="square">
            <a:spAutoFit/>
          </a:bodyPr>
          <a:lstStyle/>
          <a:p>
            <a:r>
              <a:rPr lang="en-US" sz="1000" dirty="0"/>
              <a:t>Week 18: Optimize solver performance</a:t>
            </a:r>
          </a:p>
          <a:p>
            <a:pPr marL="171450" indent="-171450">
              <a:buFont typeface="Arial" panose="020B0604020202020204" pitchFamily="34" charset="0"/>
              <a:buChar char="•"/>
            </a:pPr>
            <a:r>
              <a:rPr lang="en-US" sz="1000" dirty="0"/>
              <a:t>Test `</a:t>
            </a:r>
            <a:r>
              <a:rPr lang="en-US" sz="1000" dirty="0" err="1"/>
              <a:t>lpSolve</a:t>
            </a:r>
            <a:r>
              <a:rPr lang="en-US" sz="1000" dirty="0"/>
              <a:t>` scalability limits</a:t>
            </a:r>
          </a:p>
          <a:p>
            <a:pPr marL="171450" indent="-171450">
              <a:buFont typeface="Arial" panose="020B0604020202020204" pitchFamily="34" charset="0"/>
              <a:buChar char="•"/>
            </a:pPr>
            <a:r>
              <a:rPr lang="en-US" sz="1000" dirty="0"/>
              <a:t>Implement solution validation</a:t>
            </a:r>
          </a:p>
          <a:p>
            <a:pPr marL="171450" indent="-171450">
              <a:buFont typeface="Arial" panose="020B0604020202020204" pitchFamily="34" charset="0"/>
              <a:buChar char="•"/>
            </a:pPr>
            <a:r>
              <a:rPr lang="en-US" sz="1000" dirty="0"/>
              <a:t>Error handling and infeasibility detection</a:t>
            </a:r>
          </a:p>
        </p:txBody>
      </p:sp>
    </p:spTree>
    <p:extLst>
      <p:ext uri="{BB962C8B-B14F-4D97-AF65-F5344CB8AC3E}">
        <p14:creationId xmlns:p14="http://schemas.microsoft.com/office/powerpoint/2010/main" val="4206500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6C103-0E0B-3DD1-3FC4-7D212452F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4B15D-4B41-B3CA-E8D8-C27138FE4C00}"/>
              </a:ext>
            </a:extLst>
          </p:cNvPr>
          <p:cNvSpPr>
            <a:spLocks noGrp="1"/>
          </p:cNvSpPr>
          <p:nvPr>
            <p:ph type="title"/>
          </p:nvPr>
        </p:nvSpPr>
        <p:spPr/>
        <p:txBody>
          <a:bodyPr/>
          <a:lstStyle/>
          <a:p>
            <a:r>
              <a:rPr lang="en-US" dirty="0"/>
              <a:t>NGRER SAS to R – POAM (Phase 5)</a:t>
            </a:r>
          </a:p>
        </p:txBody>
      </p:sp>
      <p:sp>
        <p:nvSpPr>
          <p:cNvPr id="25" name="Rectangle 24">
            <a:extLst>
              <a:ext uri="{FF2B5EF4-FFF2-40B4-BE49-F238E27FC236}">
                <a16:creationId xmlns:a16="http://schemas.microsoft.com/office/drawing/2014/main" id="{CF0F3BEB-1CC3-91C9-5E29-F99A8524D6A0}"/>
              </a:ext>
            </a:extLst>
          </p:cNvPr>
          <p:cNvSpPr/>
          <p:nvPr/>
        </p:nvSpPr>
        <p:spPr>
          <a:xfrm>
            <a:off x="4344200"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5.1: Core Report Generation</a:t>
            </a:r>
          </a:p>
        </p:txBody>
      </p:sp>
      <p:sp>
        <p:nvSpPr>
          <p:cNvPr id="26" name="Rectangle 25">
            <a:extLst>
              <a:ext uri="{FF2B5EF4-FFF2-40B4-BE49-F238E27FC236}">
                <a16:creationId xmlns:a16="http://schemas.microsoft.com/office/drawing/2014/main" id="{0711D927-BA58-4370-3E15-1E72931121DB}"/>
              </a:ext>
            </a:extLst>
          </p:cNvPr>
          <p:cNvSpPr/>
          <p:nvPr/>
        </p:nvSpPr>
        <p:spPr>
          <a:xfrm>
            <a:off x="611561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5.2: Summary Reports</a:t>
            </a:r>
          </a:p>
        </p:txBody>
      </p:sp>
      <p:sp>
        <p:nvSpPr>
          <p:cNvPr id="27" name="Rectangle 26">
            <a:extLst>
              <a:ext uri="{FF2B5EF4-FFF2-40B4-BE49-F238E27FC236}">
                <a16:creationId xmlns:a16="http://schemas.microsoft.com/office/drawing/2014/main" id="{70EF18B4-91EE-AD74-11BE-2E7E3F6986C4}"/>
              </a:ext>
            </a:extLst>
          </p:cNvPr>
          <p:cNvSpPr/>
          <p:nvPr/>
        </p:nvSpPr>
        <p:spPr>
          <a:xfrm>
            <a:off x="7887032"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5.3: Cost Analysis</a:t>
            </a:r>
          </a:p>
        </p:txBody>
      </p:sp>
      <p:sp>
        <p:nvSpPr>
          <p:cNvPr id="4" name="Callout: Right Arrow 3">
            <a:extLst>
              <a:ext uri="{FF2B5EF4-FFF2-40B4-BE49-F238E27FC236}">
                <a16:creationId xmlns:a16="http://schemas.microsoft.com/office/drawing/2014/main" id="{96B61809-4D68-BBE9-DB59-CCCE4B9AFE00}"/>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5: Reporting and Analysis (Weeks 19-22)</a:t>
            </a:r>
          </a:p>
        </p:txBody>
      </p:sp>
      <p:sp>
        <p:nvSpPr>
          <p:cNvPr id="49" name="Rectangle 48">
            <a:extLst>
              <a:ext uri="{FF2B5EF4-FFF2-40B4-BE49-F238E27FC236}">
                <a16:creationId xmlns:a16="http://schemas.microsoft.com/office/drawing/2014/main" id="{039B3752-7CA4-86F6-8450-F789AA00B10C}"/>
              </a:ext>
            </a:extLst>
          </p:cNvPr>
          <p:cNvSpPr/>
          <p:nvPr/>
        </p:nvSpPr>
        <p:spPr>
          <a:xfrm>
            <a:off x="9658446"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5.4: Excel Output Integration</a:t>
            </a:r>
          </a:p>
        </p:txBody>
      </p:sp>
      <p:sp>
        <p:nvSpPr>
          <p:cNvPr id="32" name="TextBox 31">
            <a:extLst>
              <a:ext uri="{FF2B5EF4-FFF2-40B4-BE49-F238E27FC236}">
                <a16:creationId xmlns:a16="http://schemas.microsoft.com/office/drawing/2014/main" id="{40921DE1-55D4-1619-8066-BD0C3BAEA2AD}"/>
              </a:ext>
            </a:extLst>
          </p:cNvPr>
          <p:cNvSpPr txBox="1"/>
          <p:nvPr/>
        </p:nvSpPr>
        <p:spPr>
          <a:xfrm>
            <a:off x="4225711" y="3900954"/>
            <a:ext cx="1682012" cy="1785104"/>
          </a:xfrm>
          <a:prstGeom prst="rect">
            <a:avLst/>
          </a:prstGeom>
          <a:noFill/>
        </p:spPr>
        <p:txBody>
          <a:bodyPr wrap="square">
            <a:spAutoFit/>
          </a:bodyPr>
          <a:lstStyle/>
          <a:p>
            <a:r>
              <a:rPr lang="en-US" sz="1000" dirty="0"/>
              <a:t>Week 19: Migrate `</a:t>
            </a:r>
            <a:r>
              <a:rPr lang="en-US" sz="1000" dirty="0" err="1"/>
              <a:t>generate_reports_NGRER_calc.sas</a:t>
            </a:r>
            <a:r>
              <a:rPr lang="en-US" sz="1000" dirty="0"/>
              <a:t>` and `</a:t>
            </a:r>
            <a:r>
              <a:rPr lang="en-US" sz="1000" dirty="0" err="1"/>
              <a:t>generate_reports_NGRER_new.sas</a:t>
            </a:r>
            <a:r>
              <a:rPr lang="en-US" sz="1000" dirty="0"/>
              <a:t>`</a:t>
            </a:r>
          </a:p>
          <a:p>
            <a:pPr marL="171450" indent="-171450">
              <a:buFont typeface="Arial" panose="020B0604020202020204" pitchFamily="34" charset="0"/>
              <a:buChar char="•"/>
            </a:pPr>
            <a:r>
              <a:rPr lang="en-US" sz="1000" dirty="0"/>
              <a:t>Equipment on-hand by modernization level</a:t>
            </a:r>
          </a:p>
          <a:p>
            <a:pPr marL="171450" indent="-171450">
              <a:buFont typeface="Arial" panose="020B0604020202020204" pitchFamily="34" charset="0"/>
              <a:buChar char="•"/>
            </a:pPr>
            <a:r>
              <a:rPr lang="en-US" sz="1000" dirty="0"/>
              <a:t>Shortage and excess calculations</a:t>
            </a:r>
          </a:p>
          <a:p>
            <a:pPr marL="171450" indent="-171450">
              <a:buFont typeface="Arial" panose="020B0604020202020204" pitchFamily="34" charset="0"/>
              <a:buChar char="•"/>
            </a:pPr>
            <a:r>
              <a:rPr lang="en-US" sz="1000" dirty="0"/>
              <a:t>Substitution assignment reporting</a:t>
            </a:r>
          </a:p>
        </p:txBody>
      </p:sp>
      <p:sp>
        <p:nvSpPr>
          <p:cNvPr id="39" name="TextBox 38">
            <a:extLst>
              <a:ext uri="{FF2B5EF4-FFF2-40B4-BE49-F238E27FC236}">
                <a16:creationId xmlns:a16="http://schemas.microsoft.com/office/drawing/2014/main" id="{CDF011E2-3659-0DF7-52FF-7BCB6F5B3253}"/>
              </a:ext>
            </a:extLst>
          </p:cNvPr>
          <p:cNvSpPr txBox="1"/>
          <p:nvPr/>
        </p:nvSpPr>
        <p:spPr>
          <a:xfrm>
            <a:off x="5997125" y="3906800"/>
            <a:ext cx="1682012" cy="1631216"/>
          </a:xfrm>
          <a:prstGeom prst="rect">
            <a:avLst/>
          </a:prstGeom>
          <a:noFill/>
        </p:spPr>
        <p:txBody>
          <a:bodyPr wrap="square">
            <a:spAutoFit/>
          </a:bodyPr>
          <a:lstStyle/>
          <a:p>
            <a:r>
              <a:rPr lang="en-US" sz="1000" dirty="0"/>
              <a:t>Week 20: Migrate `NGRER_Summary_reports.txt`</a:t>
            </a:r>
          </a:p>
          <a:p>
            <a:pPr marL="171450" indent="-171450">
              <a:buFont typeface="Arial" panose="020B0604020202020204" pitchFamily="34" charset="0"/>
              <a:buChar char="•"/>
            </a:pPr>
            <a:r>
              <a:rPr lang="en-US" sz="1000" dirty="0"/>
              <a:t>Executive summary charts</a:t>
            </a:r>
          </a:p>
          <a:p>
            <a:pPr marL="171450" indent="-171450">
              <a:buFont typeface="Arial" panose="020B0604020202020204" pitchFamily="34" charset="0"/>
              <a:buChar char="•"/>
            </a:pPr>
            <a:r>
              <a:rPr lang="en-US" sz="1000" dirty="0"/>
              <a:t>Component-level aggregations</a:t>
            </a:r>
          </a:p>
          <a:p>
            <a:pPr marL="171450" indent="-171450">
              <a:buFont typeface="Arial" panose="020B0604020202020204" pitchFamily="34" charset="0"/>
              <a:buChar char="•"/>
            </a:pPr>
            <a:r>
              <a:rPr lang="en-US" sz="1000" dirty="0"/>
              <a:t>Top shortage analysis</a:t>
            </a:r>
          </a:p>
          <a:p>
            <a:pPr marL="171450" indent="-171450">
              <a:buFont typeface="Arial" panose="020B0604020202020204" pitchFamily="34" charset="0"/>
              <a:buChar char="•"/>
            </a:pPr>
            <a:r>
              <a:rPr lang="en-US" sz="1000" dirty="0"/>
              <a:t>Major capability analysis</a:t>
            </a:r>
          </a:p>
        </p:txBody>
      </p:sp>
      <p:sp>
        <p:nvSpPr>
          <p:cNvPr id="41" name="TextBox 40">
            <a:extLst>
              <a:ext uri="{FF2B5EF4-FFF2-40B4-BE49-F238E27FC236}">
                <a16:creationId xmlns:a16="http://schemas.microsoft.com/office/drawing/2014/main" id="{74C9ACE8-6ECA-BFFB-A815-8E34596194AC}"/>
              </a:ext>
            </a:extLst>
          </p:cNvPr>
          <p:cNvSpPr txBox="1"/>
          <p:nvPr/>
        </p:nvSpPr>
        <p:spPr>
          <a:xfrm>
            <a:off x="7768543" y="3900953"/>
            <a:ext cx="1682012" cy="1169551"/>
          </a:xfrm>
          <a:prstGeom prst="rect">
            <a:avLst/>
          </a:prstGeom>
          <a:noFill/>
        </p:spPr>
        <p:txBody>
          <a:bodyPr wrap="square">
            <a:spAutoFit/>
          </a:bodyPr>
          <a:lstStyle/>
          <a:p>
            <a:r>
              <a:rPr lang="en-US" sz="1000" dirty="0"/>
              <a:t>Week 21: Migrate `</a:t>
            </a:r>
            <a:r>
              <a:rPr lang="en-US" sz="1000" dirty="0" err="1"/>
              <a:t>calc_slide</a:t>
            </a:r>
            <a:r>
              <a:rPr lang="en-US" sz="1000" dirty="0"/>
              <a:t> 4_5.txt`</a:t>
            </a:r>
          </a:p>
          <a:p>
            <a:pPr marL="171450" indent="-171450">
              <a:buFont typeface="Arial" panose="020B0604020202020204" pitchFamily="34" charset="0"/>
              <a:buChar char="•"/>
            </a:pPr>
            <a:r>
              <a:rPr lang="en-US" sz="1000" dirty="0"/>
              <a:t>Unit cost integration</a:t>
            </a:r>
          </a:p>
          <a:p>
            <a:pPr marL="171450" indent="-171450">
              <a:buFont typeface="Arial" panose="020B0604020202020204" pitchFamily="34" charset="0"/>
              <a:buChar char="•"/>
            </a:pPr>
            <a:r>
              <a:rPr lang="en-US" sz="1000" dirty="0"/>
              <a:t>Shortage cost calculations</a:t>
            </a:r>
          </a:p>
          <a:p>
            <a:pPr marL="171450" indent="-171450">
              <a:buFont typeface="Arial" panose="020B0604020202020204" pitchFamily="34" charset="0"/>
              <a:buChar char="•"/>
            </a:pPr>
            <a:r>
              <a:rPr lang="en-US" sz="1000" dirty="0"/>
              <a:t>Equipment value analysis</a:t>
            </a:r>
          </a:p>
        </p:txBody>
      </p:sp>
      <p:sp>
        <p:nvSpPr>
          <p:cNvPr id="47" name="TextBox 46">
            <a:extLst>
              <a:ext uri="{FF2B5EF4-FFF2-40B4-BE49-F238E27FC236}">
                <a16:creationId xmlns:a16="http://schemas.microsoft.com/office/drawing/2014/main" id="{E5165D97-A9C6-467D-0A10-00EB4B74C3C2}"/>
              </a:ext>
            </a:extLst>
          </p:cNvPr>
          <p:cNvSpPr txBox="1"/>
          <p:nvPr/>
        </p:nvSpPr>
        <p:spPr>
          <a:xfrm>
            <a:off x="9539957" y="3900953"/>
            <a:ext cx="1682012" cy="1631216"/>
          </a:xfrm>
          <a:prstGeom prst="rect">
            <a:avLst/>
          </a:prstGeom>
          <a:noFill/>
        </p:spPr>
        <p:txBody>
          <a:bodyPr wrap="square">
            <a:spAutoFit/>
          </a:bodyPr>
          <a:lstStyle/>
          <a:p>
            <a:r>
              <a:rPr lang="en-US" sz="1000" dirty="0"/>
              <a:t>Week 22: Migrate `write_ngrer_reports.txt`</a:t>
            </a:r>
          </a:p>
          <a:p>
            <a:pPr marL="171450" indent="-171450">
              <a:buFont typeface="Arial" panose="020B0604020202020204" pitchFamily="34" charset="0"/>
              <a:buChar char="•"/>
            </a:pPr>
            <a:r>
              <a:rPr lang="en-US" sz="1000" dirty="0"/>
              <a:t>Excel template population using `</a:t>
            </a:r>
            <a:r>
              <a:rPr lang="en-US" sz="1000" dirty="0" err="1"/>
              <a:t>openxlsx</a:t>
            </a:r>
            <a:r>
              <a:rPr lang="en-US" sz="1000" dirty="0"/>
              <a:t>`</a:t>
            </a:r>
          </a:p>
          <a:p>
            <a:pPr marL="171450" indent="-171450">
              <a:buFont typeface="Arial" panose="020B0604020202020204" pitchFamily="34" charset="0"/>
              <a:buChar char="•"/>
            </a:pPr>
            <a:r>
              <a:rPr lang="en-US" sz="1000" dirty="0"/>
              <a:t>Replace DDE with modern R Excel interfaces</a:t>
            </a:r>
          </a:p>
          <a:p>
            <a:pPr marL="171450" indent="-171450">
              <a:buFont typeface="Arial" panose="020B0604020202020204" pitchFamily="34" charset="0"/>
              <a:buChar char="•"/>
            </a:pPr>
            <a:r>
              <a:rPr lang="en-US" sz="1000" dirty="0"/>
              <a:t>Automated chart and table generation</a:t>
            </a:r>
          </a:p>
        </p:txBody>
      </p:sp>
    </p:spTree>
    <p:extLst>
      <p:ext uri="{BB962C8B-B14F-4D97-AF65-F5344CB8AC3E}">
        <p14:creationId xmlns:p14="http://schemas.microsoft.com/office/powerpoint/2010/main" val="1552350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B3BD0-3A67-5E5A-AD89-3899F25907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71E3D-349F-087A-B589-3962D1648565}"/>
              </a:ext>
            </a:extLst>
          </p:cNvPr>
          <p:cNvSpPr>
            <a:spLocks noGrp="1"/>
          </p:cNvSpPr>
          <p:nvPr>
            <p:ph type="title"/>
          </p:nvPr>
        </p:nvSpPr>
        <p:spPr/>
        <p:txBody>
          <a:bodyPr/>
          <a:lstStyle/>
          <a:p>
            <a:r>
              <a:rPr lang="en-US" dirty="0"/>
              <a:t>NGRER SAS to R – POAM (Phase 6)</a:t>
            </a:r>
          </a:p>
        </p:txBody>
      </p:sp>
      <p:sp>
        <p:nvSpPr>
          <p:cNvPr id="7" name="Callout: Right Arrow 6">
            <a:extLst>
              <a:ext uri="{FF2B5EF4-FFF2-40B4-BE49-F238E27FC236}">
                <a16:creationId xmlns:a16="http://schemas.microsoft.com/office/drawing/2014/main" id="{A10AD5D9-A06C-0CBB-C5DF-CC3AC95FA04C}"/>
              </a:ext>
            </a:extLst>
          </p:cNvPr>
          <p:cNvSpPr/>
          <p:nvPr/>
        </p:nvSpPr>
        <p:spPr>
          <a:xfrm>
            <a:off x="1090434" y="2295326"/>
            <a:ext cx="2927384" cy="2267348"/>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lvl="0" algn="ctr"/>
            <a:r>
              <a:rPr lang="en-US" sz="1600" b="1" dirty="0"/>
              <a:t>Phase 6: Integration and System Testing (Weeks 23-26)</a:t>
            </a:r>
            <a:endParaRPr lang="en-US" sz="1600" dirty="0"/>
          </a:p>
        </p:txBody>
      </p:sp>
      <p:sp>
        <p:nvSpPr>
          <p:cNvPr id="29" name="Rectangle 28">
            <a:extLst>
              <a:ext uri="{FF2B5EF4-FFF2-40B4-BE49-F238E27FC236}">
                <a16:creationId xmlns:a16="http://schemas.microsoft.com/office/drawing/2014/main" id="{B9C0AE92-38D1-EBB3-BBE4-3C6BF151DAC1}"/>
              </a:ext>
            </a:extLst>
          </p:cNvPr>
          <p:cNvSpPr/>
          <p:nvPr/>
        </p:nvSpPr>
        <p:spPr>
          <a:xfrm>
            <a:off x="4934033" y="3059509"/>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6.1: End-to-End Integration</a:t>
            </a:r>
          </a:p>
        </p:txBody>
      </p:sp>
      <p:sp>
        <p:nvSpPr>
          <p:cNvPr id="30" name="Rectangle 29">
            <a:extLst>
              <a:ext uri="{FF2B5EF4-FFF2-40B4-BE49-F238E27FC236}">
                <a16:creationId xmlns:a16="http://schemas.microsoft.com/office/drawing/2014/main" id="{ED528697-0F22-B687-C92D-A0506EF1C632}"/>
              </a:ext>
            </a:extLst>
          </p:cNvPr>
          <p:cNvSpPr/>
          <p:nvPr/>
        </p:nvSpPr>
        <p:spPr>
          <a:xfrm>
            <a:off x="7295282" y="3059074"/>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6.2: Performance Optimization</a:t>
            </a:r>
          </a:p>
        </p:txBody>
      </p:sp>
      <p:sp>
        <p:nvSpPr>
          <p:cNvPr id="31" name="Rectangle 30">
            <a:extLst>
              <a:ext uri="{FF2B5EF4-FFF2-40B4-BE49-F238E27FC236}">
                <a16:creationId xmlns:a16="http://schemas.microsoft.com/office/drawing/2014/main" id="{5DD4E5FC-DC88-51EC-9DC0-B5814F5669C2}"/>
              </a:ext>
            </a:extLst>
          </p:cNvPr>
          <p:cNvSpPr/>
          <p:nvPr/>
        </p:nvSpPr>
        <p:spPr>
          <a:xfrm>
            <a:off x="9656532" y="3059073"/>
            <a:ext cx="1445034" cy="738981"/>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t>Milestone 6.3: Comprehensive Validation</a:t>
            </a:r>
          </a:p>
        </p:txBody>
      </p:sp>
      <p:sp>
        <p:nvSpPr>
          <p:cNvPr id="41" name="TextBox 40">
            <a:extLst>
              <a:ext uri="{FF2B5EF4-FFF2-40B4-BE49-F238E27FC236}">
                <a16:creationId xmlns:a16="http://schemas.microsoft.com/office/drawing/2014/main" id="{BF98363F-1D49-41C4-AE26-1DD49295A837}"/>
              </a:ext>
            </a:extLst>
          </p:cNvPr>
          <p:cNvSpPr txBox="1"/>
          <p:nvPr/>
        </p:nvSpPr>
        <p:spPr>
          <a:xfrm>
            <a:off x="4590882" y="3900954"/>
            <a:ext cx="2131335" cy="1323439"/>
          </a:xfrm>
          <a:prstGeom prst="rect">
            <a:avLst/>
          </a:prstGeom>
          <a:noFill/>
        </p:spPr>
        <p:txBody>
          <a:bodyPr wrap="square">
            <a:spAutoFit/>
          </a:bodyPr>
          <a:lstStyle/>
          <a:p>
            <a:r>
              <a:rPr lang="en-US" sz="1000" dirty="0"/>
              <a:t>Week 23: Complete system integration</a:t>
            </a:r>
          </a:p>
          <a:p>
            <a:pPr marL="285750" indent="-285750">
              <a:buFont typeface="Arial" panose="020B0604020202020204" pitchFamily="34" charset="0"/>
              <a:buChar char="•"/>
            </a:pPr>
            <a:r>
              <a:rPr lang="en-US" sz="1000" dirty="0"/>
              <a:t>Main orchestration script development</a:t>
            </a:r>
          </a:p>
          <a:p>
            <a:pPr marL="285750" indent="-285750">
              <a:buFont typeface="Arial" panose="020B0604020202020204" pitchFamily="34" charset="0"/>
              <a:buChar char="•"/>
            </a:pPr>
            <a:r>
              <a:rPr lang="en-US" sz="1000" dirty="0"/>
              <a:t>Parameter configuration system</a:t>
            </a:r>
          </a:p>
          <a:p>
            <a:pPr marL="285750" indent="-285750">
              <a:buFont typeface="Arial" panose="020B0604020202020204" pitchFamily="34" charset="0"/>
              <a:buChar char="•"/>
            </a:pPr>
            <a:r>
              <a:rPr lang="en-US" sz="1000" dirty="0"/>
              <a:t>Log file generation and monitoring</a:t>
            </a:r>
          </a:p>
        </p:txBody>
      </p:sp>
      <p:sp>
        <p:nvSpPr>
          <p:cNvPr id="47" name="TextBox 46">
            <a:extLst>
              <a:ext uri="{FF2B5EF4-FFF2-40B4-BE49-F238E27FC236}">
                <a16:creationId xmlns:a16="http://schemas.microsoft.com/office/drawing/2014/main" id="{D4040C98-2381-0000-1A63-3839FB417DFC}"/>
              </a:ext>
            </a:extLst>
          </p:cNvPr>
          <p:cNvSpPr txBox="1"/>
          <p:nvPr/>
        </p:nvSpPr>
        <p:spPr>
          <a:xfrm>
            <a:off x="6952131" y="3900954"/>
            <a:ext cx="2131335" cy="1015663"/>
          </a:xfrm>
          <a:prstGeom prst="rect">
            <a:avLst/>
          </a:prstGeom>
          <a:noFill/>
        </p:spPr>
        <p:txBody>
          <a:bodyPr wrap="square">
            <a:spAutoFit/>
          </a:bodyPr>
          <a:lstStyle/>
          <a:p>
            <a:r>
              <a:rPr lang="en-US" sz="1000" dirty="0"/>
              <a:t>Week 24: System performance tuning</a:t>
            </a:r>
          </a:p>
          <a:p>
            <a:pPr marL="171450" indent="-171450">
              <a:buFont typeface="Arial" panose="020B0604020202020204" pitchFamily="34" charset="0"/>
              <a:buChar char="•"/>
            </a:pPr>
            <a:r>
              <a:rPr lang="en-US" sz="1000" dirty="0"/>
              <a:t>Memory usage optimization</a:t>
            </a:r>
          </a:p>
          <a:p>
            <a:pPr marL="171450" indent="-171450">
              <a:buFont typeface="Arial" panose="020B0604020202020204" pitchFamily="34" charset="0"/>
              <a:buChar char="•"/>
            </a:pPr>
            <a:r>
              <a:rPr lang="en-US" sz="1000" dirty="0"/>
              <a:t>Processing time improvements</a:t>
            </a:r>
          </a:p>
          <a:p>
            <a:pPr marL="171450" indent="-171450">
              <a:buFont typeface="Arial" panose="020B0604020202020204" pitchFamily="34" charset="0"/>
              <a:buChar char="•"/>
            </a:pPr>
            <a:r>
              <a:rPr lang="en-US" sz="1000" dirty="0"/>
              <a:t>Parallel processing where applicable</a:t>
            </a:r>
          </a:p>
        </p:txBody>
      </p:sp>
      <p:sp>
        <p:nvSpPr>
          <p:cNvPr id="48" name="TextBox 47">
            <a:extLst>
              <a:ext uri="{FF2B5EF4-FFF2-40B4-BE49-F238E27FC236}">
                <a16:creationId xmlns:a16="http://schemas.microsoft.com/office/drawing/2014/main" id="{21FDA39C-4FAD-CEB2-8087-77E8934187E2}"/>
              </a:ext>
            </a:extLst>
          </p:cNvPr>
          <p:cNvSpPr txBox="1"/>
          <p:nvPr/>
        </p:nvSpPr>
        <p:spPr>
          <a:xfrm>
            <a:off x="9313381" y="3900954"/>
            <a:ext cx="2131335" cy="1015663"/>
          </a:xfrm>
          <a:prstGeom prst="rect">
            <a:avLst/>
          </a:prstGeom>
          <a:noFill/>
        </p:spPr>
        <p:txBody>
          <a:bodyPr wrap="square">
            <a:spAutoFit/>
          </a:bodyPr>
          <a:lstStyle/>
          <a:p>
            <a:r>
              <a:rPr lang="en-US" sz="1000" dirty="0"/>
              <a:t>Weeks 25-26: Full system validation</a:t>
            </a:r>
          </a:p>
          <a:p>
            <a:pPr marL="171450" indent="-171450">
              <a:buFont typeface="Arial" panose="020B0604020202020204" pitchFamily="34" charset="0"/>
              <a:buChar char="•"/>
            </a:pPr>
            <a:r>
              <a:rPr lang="en-US" sz="1000" dirty="0"/>
              <a:t>Historical data validation</a:t>
            </a:r>
          </a:p>
          <a:p>
            <a:pPr marL="171450" indent="-171450">
              <a:buFont typeface="Arial" panose="020B0604020202020204" pitchFamily="34" charset="0"/>
              <a:buChar char="•"/>
            </a:pPr>
            <a:r>
              <a:rPr lang="en-US" sz="1000" dirty="0"/>
              <a:t>Cross-reference with SAS outputs</a:t>
            </a:r>
          </a:p>
          <a:p>
            <a:pPr marL="171450" indent="-171450">
              <a:buFont typeface="Arial" panose="020B0604020202020204" pitchFamily="34" charset="0"/>
              <a:buChar char="•"/>
            </a:pPr>
            <a:r>
              <a:rPr lang="en-US" sz="1000" dirty="0"/>
              <a:t>User acceptance testing</a:t>
            </a:r>
          </a:p>
        </p:txBody>
      </p:sp>
    </p:spTree>
    <p:extLst>
      <p:ext uri="{BB962C8B-B14F-4D97-AF65-F5344CB8AC3E}">
        <p14:creationId xmlns:p14="http://schemas.microsoft.com/office/powerpoint/2010/main" val="673631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36B3F-9581-3874-0BAE-D0A88D0C8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78C6F-BC39-370B-4DBB-4D1C311C712F}"/>
              </a:ext>
            </a:extLst>
          </p:cNvPr>
          <p:cNvSpPr>
            <a:spLocks noGrp="1"/>
          </p:cNvSpPr>
          <p:nvPr>
            <p:ph type="title"/>
          </p:nvPr>
        </p:nvSpPr>
        <p:spPr/>
        <p:txBody>
          <a:bodyPr>
            <a:normAutofit/>
          </a:bodyPr>
          <a:lstStyle/>
          <a:p>
            <a:r>
              <a:rPr lang="en-US" sz="4000" dirty="0"/>
              <a:t>NGRER SAS to R – POAM (Potential Follow-on)</a:t>
            </a:r>
          </a:p>
        </p:txBody>
      </p:sp>
      <p:sp>
        <p:nvSpPr>
          <p:cNvPr id="6" name="Callout: Right Arrow 5">
            <a:extLst>
              <a:ext uri="{FF2B5EF4-FFF2-40B4-BE49-F238E27FC236}">
                <a16:creationId xmlns:a16="http://schemas.microsoft.com/office/drawing/2014/main" id="{6699EB94-6F8C-6051-7969-016ABB6EFB45}"/>
              </a:ext>
            </a:extLst>
          </p:cNvPr>
          <p:cNvSpPr/>
          <p:nvPr/>
        </p:nvSpPr>
        <p:spPr>
          <a:xfrm>
            <a:off x="1327252" y="2288526"/>
            <a:ext cx="3063140" cy="2280948"/>
          </a:xfrm>
          <a:prstGeom prst="rightArrowCallou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600" b="1" dirty="0"/>
              <a:t>Follow-On Phase:</a:t>
            </a:r>
          </a:p>
          <a:p>
            <a:pPr algn="ctr"/>
            <a:r>
              <a:rPr lang="en-US" sz="1600" b="1" dirty="0"/>
              <a:t>Additional Optimization and Reporting Excursions; Automation (Weeks 27+)</a:t>
            </a:r>
            <a:endParaRPr lang="en-US" sz="1600" dirty="0"/>
          </a:p>
          <a:p>
            <a:pPr algn="ctr"/>
            <a:endParaRPr lang="en-US" sz="1600" dirty="0"/>
          </a:p>
        </p:txBody>
      </p:sp>
      <p:sp>
        <p:nvSpPr>
          <p:cNvPr id="33" name="Rectangle 32">
            <a:extLst>
              <a:ext uri="{FF2B5EF4-FFF2-40B4-BE49-F238E27FC236}">
                <a16:creationId xmlns:a16="http://schemas.microsoft.com/office/drawing/2014/main" id="{4D4BB927-9229-D22B-2F2F-5AF87EAD44C3}"/>
              </a:ext>
            </a:extLst>
          </p:cNvPr>
          <p:cNvSpPr/>
          <p:nvPr/>
        </p:nvSpPr>
        <p:spPr>
          <a:xfrm>
            <a:off x="4487495" y="2886454"/>
            <a:ext cx="1445034" cy="1085093"/>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b="1" dirty="0"/>
              <a:t>New Optimization Goals</a:t>
            </a:r>
          </a:p>
        </p:txBody>
      </p:sp>
      <p:sp>
        <p:nvSpPr>
          <p:cNvPr id="34" name="Rectangle 33">
            <a:extLst>
              <a:ext uri="{FF2B5EF4-FFF2-40B4-BE49-F238E27FC236}">
                <a16:creationId xmlns:a16="http://schemas.microsoft.com/office/drawing/2014/main" id="{8AE6BC4D-2AB5-2EBA-8063-D55D9B125CFF}"/>
              </a:ext>
            </a:extLst>
          </p:cNvPr>
          <p:cNvSpPr/>
          <p:nvPr/>
        </p:nvSpPr>
        <p:spPr>
          <a:xfrm>
            <a:off x="6131568" y="2886454"/>
            <a:ext cx="1445034" cy="1085093"/>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b="1" dirty="0"/>
              <a:t>New Reporting Products</a:t>
            </a:r>
          </a:p>
        </p:txBody>
      </p:sp>
      <p:sp>
        <p:nvSpPr>
          <p:cNvPr id="35" name="Rectangle 34">
            <a:extLst>
              <a:ext uri="{FF2B5EF4-FFF2-40B4-BE49-F238E27FC236}">
                <a16:creationId xmlns:a16="http://schemas.microsoft.com/office/drawing/2014/main" id="{95E42D04-0D16-3415-A8FA-56FCC0BB06B1}"/>
              </a:ext>
            </a:extLst>
          </p:cNvPr>
          <p:cNvSpPr/>
          <p:nvPr/>
        </p:nvSpPr>
        <p:spPr>
          <a:xfrm>
            <a:off x="7775641" y="2886454"/>
            <a:ext cx="1445034" cy="1085093"/>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b="1" dirty="0"/>
              <a:t>New Visualization Products/ Dashboards</a:t>
            </a:r>
          </a:p>
        </p:txBody>
      </p:sp>
      <p:sp>
        <p:nvSpPr>
          <p:cNvPr id="36" name="Rectangle 35">
            <a:extLst>
              <a:ext uri="{FF2B5EF4-FFF2-40B4-BE49-F238E27FC236}">
                <a16:creationId xmlns:a16="http://schemas.microsoft.com/office/drawing/2014/main" id="{23F3E148-95A1-E8F6-DD5F-03C3BE68DBB9}"/>
              </a:ext>
            </a:extLst>
          </p:cNvPr>
          <p:cNvSpPr/>
          <p:nvPr/>
        </p:nvSpPr>
        <p:spPr>
          <a:xfrm>
            <a:off x="9419714" y="2886454"/>
            <a:ext cx="1445034" cy="1085093"/>
          </a:xfrm>
          <a:prstGeom prst="rect">
            <a:avLst/>
          </a:prstGeom>
          <a:solidFill>
            <a:schemeClr val="accent1">
              <a:alpha val="50000"/>
            </a:schemeClr>
          </a:solidFill>
          <a:ln>
            <a:solidFill>
              <a:srgbClr val="042433">
                <a:alpha val="50196"/>
              </a:srgb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200" b="1" dirty="0"/>
              <a:t>Data Pipeline Automation</a:t>
            </a:r>
          </a:p>
        </p:txBody>
      </p:sp>
    </p:spTree>
    <p:extLst>
      <p:ext uri="{BB962C8B-B14F-4D97-AF65-F5344CB8AC3E}">
        <p14:creationId xmlns:p14="http://schemas.microsoft.com/office/powerpoint/2010/main" val="1970053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2601F-DF42-4429-CB8C-194F5F9D6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A731F-AD3E-137A-3973-778D6079898F}"/>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56B7221C-2D4A-0492-3845-64411646CC24}"/>
              </a:ext>
            </a:extLst>
          </p:cNvPr>
          <p:cNvSpPr txBox="1">
            <a:spLocks/>
          </p:cNvSpPr>
          <p:nvPr/>
        </p:nvSpPr>
        <p:spPr>
          <a:xfrm>
            <a:off x="838200" y="1690687"/>
            <a:ext cx="10515600" cy="707886"/>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(1 of 6)</a:t>
            </a:r>
          </a:p>
        </p:txBody>
      </p:sp>
      <p:sp>
        <p:nvSpPr>
          <p:cNvPr id="4" name="TextBox 3">
            <a:extLst>
              <a:ext uri="{FF2B5EF4-FFF2-40B4-BE49-F238E27FC236}">
                <a16:creationId xmlns:a16="http://schemas.microsoft.com/office/drawing/2014/main" id="{9A7AA1BF-2AED-144A-BC08-BBFFB7A43E38}"/>
              </a:ext>
            </a:extLst>
          </p:cNvPr>
          <p:cNvSpPr txBox="1"/>
          <p:nvPr/>
        </p:nvSpPr>
        <p:spPr>
          <a:xfrm>
            <a:off x="838200" y="2398575"/>
            <a:ext cx="4112491" cy="4270080"/>
          </a:xfrm>
          <a:prstGeom prst="rect">
            <a:avLst/>
          </a:prstGeom>
          <a:noFill/>
        </p:spPr>
        <p:txBody>
          <a:bodyPr wrap="square" numCol="1">
            <a:noAutofit/>
          </a:bodyPr>
          <a:lstStyle/>
          <a:p>
            <a:r>
              <a:rPr lang="en-US" sz="1400" b="1" dirty="0"/>
              <a:t>Data Standardization Rules</a:t>
            </a:r>
          </a:p>
          <a:p>
            <a:pPr marL="285750" indent="-285750">
              <a:buFont typeface="Arial" panose="020B0604020202020204" pitchFamily="34" charset="0"/>
              <a:buChar char="•"/>
            </a:pPr>
            <a:r>
              <a:rPr lang="en-US" sz="1200" dirty="0"/>
              <a:t>Field Naming Conventions:</a:t>
            </a:r>
          </a:p>
          <a:p>
            <a:pPr marL="285750" indent="-285750">
              <a:buFont typeface="Arial" panose="020B0604020202020204" pitchFamily="34" charset="0"/>
              <a:buChar char="•"/>
            </a:pPr>
            <a:r>
              <a:rPr lang="en-US" sz="1200" dirty="0"/>
              <a:t>Unit Identifiers: `</a:t>
            </a:r>
            <a:r>
              <a:rPr lang="en-US" sz="1200" dirty="0" err="1"/>
              <a:t>uic</a:t>
            </a:r>
            <a:r>
              <a:rPr lang="en-US" sz="1200" dirty="0"/>
              <a:t>` → `units`</a:t>
            </a:r>
          </a:p>
          <a:p>
            <a:pPr marL="285750" indent="-285750">
              <a:buFont typeface="Arial" panose="020B0604020202020204" pitchFamily="34" charset="0"/>
              <a:buChar char="•"/>
            </a:pPr>
            <a:r>
              <a:rPr lang="en-US" sz="1200" dirty="0"/>
              <a:t>Components: `compo` → `compos` </a:t>
            </a:r>
          </a:p>
          <a:p>
            <a:pPr marL="285750" indent="-285750">
              <a:buFont typeface="Arial" panose="020B0604020202020204" pitchFamily="34" charset="0"/>
              <a:buChar char="•"/>
            </a:pPr>
            <a:r>
              <a:rPr lang="en-US" sz="1200" dirty="0"/>
              <a:t>Line Item Numbers: `</a:t>
            </a:r>
            <a:r>
              <a:rPr lang="en-US" sz="1200" dirty="0" err="1"/>
              <a:t>lin</a:t>
            </a:r>
            <a:r>
              <a:rPr lang="en-US" sz="1200" dirty="0"/>
              <a:t>` → `</a:t>
            </a:r>
            <a:r>
              <a:rPr lang="en-US" sz="1200" dirty="0" err="1"/>
              <a:t>lins</a:t>
            </a:r>
            <a:r>
              <a:rPr lang="en-US" sz="1200" dirty="0"/>
              <a:t>`</a:t>
            </a:r>
          </a:p>
          <a:p>
            <a:pPr marL="285750" indent="-285750">
              <a:buFont typeface="Arial" panose="020B0604020202020204" pitchFamily="34" charset="0"/>
              <a:buChar char="•"/>
            </a:pPr>
            <a:r>
              <a:rPr lang="en-US" sz="1200" dirty="0"/>
              <a:t>Equipment Readiness Codes: `</a:t>
            </a:r>
            <a:r>
              <a:rPr lang="en-US" sz="1200" dirty="0" err="1"/>
              <a:t>erc</a:t>
            </a:r>
            <a:r>
              <a:rPr lang="en-US" sz="1200" dirty="0"/>
              <a:t>` → `</a:t>
            </a:r>
            <a:r>
              <a:rPr lang="en-US" sz="1200" dirty="0" err="1"/>
              <a:t>ercs</a:t>
            </a:r>
            <a:r>
              <a:rPr lang="en-US" sz="1200" dirty="0"/>
              <a:t>`</a:t>
            </a:r>
          </a:p>
          <a:p>
            <a:pPr marL="285750" indent="-285750">
              <a:buFont typeface="Arial" panose="020B0604020202020204" pitchFamily="34" charset="0"/>
              <a:buChar char="•"/>
            </a:pPr>
            <a:r>
              <a:rPr lang="en-US" sz="1200" dirty="0"/>
              <a:t>Requirements: `req` → `</a:t>
            </a:r>
            <a:r>
              <a:rPr lang="en-US" sz="1200" dirty="0" err="1"/>
              <a:t>reqd</a:t>
            </a:r>
            <a:r>
              <a:rPr lang="en-US" sz="1200" dirty="0"/>
              <a:t>`</a:t>
            </a:r>
          </a:p>
          <a:p>
            <a:pPr marL="285750" indent="-285750">
              <a:buFont typeface="Arial" panose="020B0604020202020204" pitchFamily="34" charset="0"/>
              <a:buChar char="•"/>
            </a:pPr>
            <a:r>
              <a:rPr lang="en-US" sz="1200" dirty="0"/>
              <a:t>Quantities: `qty` → `inv`</a:t>
            </a:r>
          </a:p>
          <a:p>
            <a:pPr marL="285750" indent="-285750">
              <a:buFont typeface="Arial" panose="020B0604020202020204" pitchFamily="34" charset="0"/>
              <a:buChar char="•"/>
            </a:pPr>
            <a:r>
              <a:rPr lang="en-US" sz="1200" dirty="0"/>
              <a:t>Fiscal Years: `FY` → `dates`</a:t>
            </a:r>
          </a:p>
          <a:p>
            <a:endParaRPr lang="en-US" sz="1400" dirty="0"/>
          </a:p>
          <a:p>
            <a:r>
              <a:rPr lang="en-US" sz="1400" b="1" dirty="0"/>
              <a:t>Component Code Standardization:</a:t>
            </a:r>
          </a:p>
          <a:p>
            <a:pPr marL="285750" indent="-285750">
              <a:buFont typeface="Arial" panose="020B0604020202020204" pitchFamily="34" charset="0"/>
              <a:buChar char="•"/>
            </a:pPr>
            <a:r>
              <a:rPr lang="en-US" sz="1200" dirty="0"/>
              <a:t>`1` = Active Component (AC)</a:t>
            </a:r>
          </a:p>
          <a:p>
            <a:pPr marL="285750" indent="-285750">
              <a:buFont typeface="Arial" panose="020B0604020202020204" pitchFamily="34" charset="0"/>
              <a:buChar char="•"/>
            </a:pPr>
            <a:r>
              <a:rPr lang="en-US" sz="1200" dirty="0"/>
              <a:t>`2` = Army National Guard (ARNG)</a:t>
            </a:r>
          </a:p>
          <a:p>
            <a:pPr marL="285750" indent="-285750">
              <a:buFont typeface="Arial" panose="020B0604020202020204" pitchFamily="34" charset="0"/>
              <a:buChar char="•"/>
            </a:pPr>
            <a:r>
              <a:rPr lang="en-US" sz="1200" dirty="0"/>
              <a:t>`3` = Army Reserve (USAR)</a:t>
            </a:r>
          </a:p>
          <a:p>
            <a:pPr marL="285750" indent="-285750">
              <a:buFont typeface="Arial" panose="020B0604020202020204" pitchFamily="34" charset="0"/>
              <a:buChar char="•"/>
            </a:pPr>
            <a:r>
              <a:rPr lang="en-US" sz="1200" dirty="0"/>
              <a:t>`6` = Army Prepositioned Stocks (APS)</a:t>
            </a:r>
          </a:p>
          <a:p>
            <a:endParaRPr lang="en-US" sz="1400" dirty="0"/>
          </a:p>
          <a:p>
            <a:r>
              <a:rPr lang="en-US" sz="1400" b="1" dirty="0"/>
              <a:t>Data Quality Controls:</a:t>
            </a:r>
          </a:p>
          <a:p>
            <a:pPr marL="285750" indent="-285750">
              <a:buFont typeface="Arial" panose="020B0604020202020204" pitchFamily="34" charset="0"/>
              <a:buChar char="•"/>
            </a:pPr>
            <a:r>
              <a:rPr lang="en-US" sz="1200" dirty="0"/>
              <a:t>Remove TYPCO 3 (TDA) units: `if </a:t>
            </a:r>
            <a:r>
              <a:rPr lang="en-US" sz="1200" dirty="0" err="1"/>
              <a:t>typco</a:t>
            </a:r>
            <a:r>
              <a:rPr lang="en-US" sz="1200" dirty="0"/>
              <a:t> ne '3'`</a:t>
            </a:r>
          </a:p>
          <a:p>
            <a:pPr marL="285750" indent="-285750">
              <a:buFont typeface="Arial" panose="020B0604020202020204" pitchFamily="34" charset="0"/>
              <a:buChar char="•"/>
            </a:pPr>
            <a:r>
              <a:rPr lang="en-US" sz="1200" dirty="0"/>
              <a:t>Positive requirements only: `if </a:t>
            </a:r>
            <a:r>
              <a:rPr lang="en-US" sz="1200" dirty="0" err="1"/>
              <a:t>rqeqp</a:t>
            </a:r>
            <a:r>
              <a:rPr lang="en-US" sz="1200" dirty="0"/>
              <a:t> &gt; 0`</a:t>
            </a:r>
          </a:p>
          <a:p>
            <a:pPr marL="285750" indent="-285750">
              <a:buFont typeface="Arial" panose="020B0604020202020204" pitchFamily="34" charset="0"/>
              <a:buChar char="•"/>
            </a:pPr>
            <a:r>
              <a:rPr lang="en-US" sz="1200" dirty="0"/>
              <a:t>Valid LIN format: 6-character alphanumeric</a:t>
            </a:r>
          </a:p>
          <a:p>
            <a:pPr marL="285750" indent="-285750">
              <a:buFont typeface="Arial" panose="020B0604020202020204" pitchFamily="34" charset="0"/>
              <a:buChar char="•"/>
            </a:pPr>
            <a:r>
              <a:rPr lang="en-US" sz="1200" dirty="0"/>
              <a:t>Equipment condition filtering: Remove obsolete (LCC S,O) and unserviceable (H,P,S)</a:t>
            </a:r>
          </a:p>
        </p:txBody>
      </p:sp>
      <p:sp>
        <p:nvSpPr>
          <p:cNvPr id="7" name="TextBox 6">
            <a:extLst>
              <a:ext uri="{FF2B5EF4-FFF2-40B4-BE49-F238E27FC236}">
                <a16:creationId xmlns:a16="http://schemas.microsoft.com/office/drawing/2014/main" id="{2AB7C3F4-CD47-A12A-A318-F90FA7082568}"/>
              </a:ext>
            </a:extLst>
          </p:cNvPr>
          <p:cNvSpPr txBox="1"/>
          <p:nvPr/>
        </p:nvSpPr>
        <p:spPr>
          <a:xfrm>
            <a:off x="4867563" y="2398573"/>
            <a:ext cx="6883401" cy="2182662"/>
          </a:xfrm>
          <a:prstGeom prst="rect">
            <a:avLst/>
          </a:prstGeom>
          <a:noFill/>
        </p:spPr>
        <p:txBody>
          <a:bodyPr wrap="square" numCol="1">
            <a:noAutofit/>
          </a:bodyPr>
          <a:lstStyle>
            <a:defPPr>
              <a:defRPr lang="en-US"/>
            </a:defPPr>
            <a:lvl1pPr>
              <a:defRPr sz="1400" b="1"/>
            </a:lvl1pPr>
          </a:lstStyle>
          <a:p>
            <a:r>
              <a:rPr lang="en-US" dirty="0"/>
              <a:t>Output Datasets Generated</a:t>
            </a:r>
          </a:p>
          <a:p>
            <a:pPr marL="171450" indent="-171450">
              <a:buFont typeface="Arial" panose="020B0604020202020204" pitchFamily="34" charset="0"/>
              <a:buChar char="•"/>
            </a:pPr>
            <a:r>
              <a:rPr lang="en-US" sz="1200" b="0" dirty="0" err="1"/>
              <a:t>idm_i.requirements</a:t>
            </a:r>
            <a:r>
              <a:rPr lang="en-US" sz="1200" b="0" dirty="0"/>
              <a:t> 		Standardized equipment requirements by unit/LIN/ERC/year</a:t>
            </a:r>
          </a:p>
          <a:p>
            <a:pPr marL="171450" indent="-171450">
              <a:buFont typeface="Arial" panose="020B0604020202020204" pitchFamily="34" charset="0"/>
              <a:buChar char="•"/>
            </a:pPr>
            <a:r>
              <a:rPr lang="en-US" sz="1200" b="0" dirty="0" err="1"/>
              <a:t>idm_i.inventory</a:t>
            </a:r>
            <a:r>
              <a:rPr lang="en-US" sz="1200" b="0" dirty="0"/>
              <a:t> 		Standardized equipment inventory by unit/LIN/component</a:t>
            </a:r>
          </a:p>
          <a:p>
            <a:pPr marL="171450" indent="-171450">
              <a:buFont typeface="Arial" panose="020B0604020202020204" pitchFamily="34" charset="0"/>
              <a:buChar char="•"/>
            </a:pPr>
            <a:r>
              <a:rPr lang="en-US" sz="1200" b="0" dirty="0" err="1"/>
              <a:t>idm_i.procurements</a:t>
            </a:r>
            <a:r>
              <a:rPr lang="en-US" sz="1200" b="0" dirty="0"/>
              <a:t> 		Standardized procurement plans by LIN/component/year</a:t>
            </a:r>
          </a:p>
          <a:p>
            <a:pPr marL="171450" indent="-171450">
              <a:buFont typeface="Arial" panose="020B0604020202020204" pitchFamily="34" charset="0"/>
              <a:buChar char="•"/>
            </a:pPr>
            <a:r>
              <a:rPr lang="en-US" sz="1200" b="0" dirty="0" err="1"/>
              <a:t>idm_i.darpl</a:t>
            </a:r>
            <a:r>
              <a:rPr lang="en-US" sz="1200" b="0" dirty="0"/>
              <a:t> 		Unit priority rankings by fiscal year</a:t>
            </a:r>
          </a:p>
          <a:p>
            <a:pPr marL="171450" indent="-171450">
              <a:buFont typeface="Arial" panose="020B0604020202020204" pitchFamily="34" charset="0"/>
              <a:buChar char="•"/>
            </a:pPr>
            <a:r>
              <a:rPr lang="en-US" sz="1200" b="0" dirty="0" err="1"/>
              <a:t>idm_i.sub_rules</a:t>
            </a:r>
            <a:r>
              <a:rPr lang="en-US" sz="1200" b="0" dirty="0"/>
              <a:t> 		Equipment substitution relationships with source priorities</a:t>
            </a:r>
          </a:p>
          <a:p>
            <a:pPr marL="171450" indent="-171450">
              <a:buFont typeface="Arial" panose="020B0604020202020204" pitchFamily="34" charset="0"/>
              <a:buChar char="•"/>
            </a:pPr>
            <a:r>
              <a:rPr lang="en-US" sz="1200" b="0" dirty="0" err="1"/>
              <a:t>idm_i.lins</a:t>
            </a:r>
            <a:r>
              <a:rPr lang="en-US" sz="1200" b="0" dirty="0"/>
              <a:t> 			Master LIN index with modernization levels</a:t>
            </a:r>
          </a:p>
          <a:p>
            <a:pPr marL="171450" indent="-171450">
              <a:buFont typeface="Arial" panose="020B0604020202020204" pitchFamily="34" charset="0"/>
              <a:buChar char="•"/>
            </a:pPr>
            <a:r>
              <a:rPr lang="en-US" sz="1200" b="0" dirty="0" err="1"/>
              <a:t>idm_i.units</a:t>
            </a:r>
            <a:r>
              <a:rPr lang="en-US" sz="1200" b="0" dirty="0"/>
              <a:t> 		Master unit index</a:t>
            </a:r>
          </a:p>
          <a:p>
            <a:pPr marL="171450" indent="-171450">
              <a:buFont typeface="Arial" panose="020B0604020202020204" pitchFamily="34" charset="0"/>
              <a:buChar char="•"/>
            </a:pPr>
            <a:r>
              <a:rPr lang="en-US" sz="1200" b="0" dirty="0" err="1"/>
              <a:t>idm_i.compos</a:t>
            </a:r>
            <a:r>
              <a:rPr lang="en-US" sz="1200" b="0" dirty="0"/>
              <a:t> 		Master component index</a:t>
            </a:r>
          </a:p>
          <a:p>
            <a:pPr marL="171450" indent="-171450">
              <a:buFont typeface="Arial" panose="020B0604020202020204" pitchFamily="34" charset="0"/>
              <a:buChar char="•"/>
            </a:pPr>
            <a:r>
              <a:rPr lang="en-US" sz="1200" b="0" dirty="0" err="1"/>
              <a:t>idm_i.ercs</a:t>
            </a:r>
            <a:r>
              <a:rPr lang="en-US" sz="1200" b="0" dirty="0"/>
              <a:t> 			Master ERC index</a:t>
            </a:r>
          </a:p>
          <a:p>
            <a:pPr marL="171450" indent="-171450">
              <a:buFont typeface="Arial" panose="020B0604020202020204" pitchFamily="34" charset="0"/>
              <a:buChar char="•"/>
            </a:pPr>
            <a:r>
              <a:rPr lang="en-US" sz="1200" b="0" dirty="0" err="1"/>
              <a:t>idm_i.LMI_XFER_ADD</a:t>
            </a:r>
            <a:r>
              <a:rPr lang="en-US" sz="1200" b="0" dirty="0"/>
              <a:t>/REMOVE 	Equipment transfer plans</a:t>
            </a:r>
          </a:p>
        </p:txBody>
      </p:sp>
      <p:sp>
        <p:nvSpPr>
          <p:cNvPr id="8" name="TextBox 7">
            <a:extLst>
              <a:ext uri="{FF2B5EF4-FFF2-40B4-BE49-F238E27FC236}">
                <a16:creationId xmlns:a16="http://schemas.microsoft.com/office/drawing/2014/main" id="{4E142D9F-D900-B823-AD17-602CAFACFCD8}"/>
              </a:ext>
            </a:extLst>
          </p:cNvPr>
          <p:cNvSpPr txBox="1"/>
          <p:nvPr/>
        </p:nvSpPr>
        <p:spPr>
          <a:xfrm>
            <a:off x="8826501" y="1799935"/>
            <a:ext cx="1662545" cy="489391"/>
          </a:xfrm>
          <a:prstGeom prst="rect">
            <a:avLst/>
          </a:prstGeom>
          <a:solidFill>
            <a:schemeClr val="tx2">
              <a:lumMod val="25000"/>
              <a:lumOff val="75000"/>
            </a:schemeClr>
          </a:solidFill>
        </p:spPr>
        <p:txBody>
          <a:bodyPr wrap="square" numCol="1">
            <a:noAutofit/>
          </a:bodyPr>
          <a:lstStyle>
            <a:defPPr>
              <a:defRPr lang="en-US"/>
            </a:defPPr>
            <a:lvl1pPr>
              <a:defRPr sz="1400" b="1"/>
            </a:lvl1pPr>
          </a:lstStyle>
          <a:p>
            <a:pPr algn="ctr"/>
            <a:r>
              <a:rPr lang="en-US" sz="2400" dirty="0"/>
              <a:t>Summary</a:t>
            </a:r>
          </a:p>
        </p:txBody>
      </p:sp>
    </p:spTree>
    <p:extLst>
      <p:ext uri="{BB962C8B-B14F-4D97-AF65-F5344CB8AC3E}">
        <p14:creationId xmlns:p14="http://schemas.microsoft.com/office/powerpoint/2010/main" val="3487686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F99E6-5571-AE11-725D-70BC8E3AF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A6543-74E1-EA13-9063-D6C08274123E}"/>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62B308B8-552E-24C0-D30A-06880C203EEF}"/>
              </a:ext>
            </a:extLst>
          </p:cNvPr>
          <p:cNvSpPr txBox="1">
            <a:spLocks/>
          </p:cNvSpPr>
          <p:nvPr/>
        </p:nvSpPr>
        <p:spPr>
          <a:xfrm>
            <a:off x="838200" y="1690688"/>
            <a:ext cx="10515600" cy="4370427"/>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(2 of 6)</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cla_eqpdet_roll[date].txt 				Equipment Details</a:t>
            </a:r>
          </a:p>
          <a:p>
            <a:pPr marL="171450" lvl="0" indent="-171450">
              <a:lnSpc>
                <a:spcPct val="100000"/>
              </a:lnSpc>
              <a:spcBef>
                <a:spcPts val="0"/>
              </a:spcBef>
            </a:pPr>
            <a:r>
              <a:rPr lang="en-US" sz="1200" dirty="0">
                <a:latin typeface="Arial" panose="020B0604020202020204" pitchFamily="34" charset="0"/>
                <a:cs typeface="Arial" panose="020B0604020202020204" pitchFamily="34" charset="0"/>
              </a:rPr>
              <a:t>cla_header_roll[date].txt 			Equipment Headers</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dates = FY;                    				Convert fiscal year to dates format</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uic</a:t>
            </a:r>
            <a:r>
              <a:rPr lang="en-US" sz="1200" dirty="0">
                <a:latin typeface="Arial" panose="020B0604020202020204" pitchFamily="34" charset="0"/>
                <a:cs typeface="Arial" panose="020B0604020202020204" pitchFamily="34" charset="0"/>
              </a:rPr>
              <a:t> = units;            			Standardize unit identifier</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compo = compos;   			Standardize component code</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lin</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lins</a:t>
            </a:r>
            <a:r>
              <a:rPr lang="en-US" sz="1200" dirty="0">
                <a:latin typeface="Arial" panose="020B0604020202020204" pitchFamily="34" charset="0"/>
                <a:cs typeface="Arial" panose="020B0604020202020204" pitchFamily="34" charset="0"/>
              </a:rPr>
              <a:t>;             			Standardize line-item number</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erc</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ercs</a:t>
            </a:r>
            <a:r>
              <a:rPr lang="en-US" sz="1200" dirty="0">
                <a:latin typeface="Arial" panose="020B0604020202020204" pitchFamily="34" charset="0"/>
                <a:cs typeface="Arial" panose="020B0604020202020204" pitchFamily="34" charset="0"/>
              </a:rPr>
              <a:t>;             			Standardize equipment readiness code</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req = </a:t>
            </a:r>
            <a:r>
              <a:rPr lang="en-US" sz="1200" dirty="0" err="1">
                <a:latin typeface="Arial" panose="020B0604020202020204" pitchFamily="34" charset="0"/>
                <a:cs typeface="Arial" panose="020B0604020202020204" pitchFamily="34" charset="0"/>
              </a:rPr>
              <a:t>reqd</a:t>
            </a:r>
            <a:r>
              <a:rPr lang="en-US" sz="1200" dirty="0">
                <a:latin typeface="Arial" panose="020B0604020202020204" pitchFamily="34" charset="0"/>
                <a:cs typeface="Arial" panose="020B0604020202020204" pitchFamily="34" charset="0"/>
              </a:rPr>
              <a:t>;             			Standardize requirement quantity</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drop FY </a:t>
            </a:r>
            <a:r>
              <a:rPr lang="en-US" sz="1200" dirty="0" err="1">
                <a:latin typeface="Arial" panose="020B0604020202020204" pitchFamily="34" charset="0"/>
                <a:cs typeface="Arial" panose="020B0604020202020204" pitchFamily="34" charset="0"/>
              </a:rPr>
              <a:t>typco</a:t>
            </a:r>
            <a:r>
              <a:rPr lang="en-US" sz="1200" dirty="0">
                <a:latin typeface="Arial" panose="020B0604020202020204" pitchFamily="34" charset="0"/>
                <a:cs typeface="Arial" panose="020B0604020202020204" pitchFamily="34" charset="0"/>
              </a:rPr>
              <a:t> auth;           			Remove unnecessary fields</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Transformation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Fiscal year date conversion: `dates = FY`</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Equipment filtering: Only TYPCO 1 (MTO&amp;E) and 2 (Augmentation TDA) retained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ERC consolidation: ERCs B and C mapped to A (`if </a:t>
            </a:r>
            <a:r>
              <a:rPr lang="en-US" sz="1200" dirty="0" err="1">
                <a:latin typeface="Arial" panose="020B0604020202020204" pitchFamily="34" charset="0"/>
                <a:cs typeface="Arial" panose="020B0604020202020204" pitchFamily="34" charset="0"/>
              </a:rPr>
              <a:t>erc</a:t>
            </a:r>
            <a:r>
              <a:rPr lang="en-US" sz="1200" dirty="0">
                <a:latin typeface="Arial" panose="020B0604020202020204" pitchFamily="34" charset="0"/>
                <a:cs typeface="Arial" panose="020B0604020202020204" pitchFamily="34" charset="0"/>
              </a:rPr>
              <a:t> in ("B","C") then </a:t>
            </a:r>
            <a:r>
              <a:rPr lang="en-US" sz="1200" dirty="0" err="1">
                <a:latin typeface="Arial" panose="020B0604020202020204" pitchFamily="34" charset="0"/>
                <a:cs typeface="Arial" panose="020B0604020202020204" pitchFamily="34" charset="0"/>
              </a:rPr>
              <a:t>erc</a:t>
            </a:r>
            <a:r>
              <a:rPr lang="en-US" sz="1200" dirty="0">
                <a:latin typeface="Arial" panose="020B0604020202020204" pitchFamily="34" charset="0"/>
                <a:cs typeface="Arial" panose="020B0604020202020204" pitchFamily="34" charset="0"/>
              </a:rPr>
              <a:t> = "A"`)</a:t>
            </a:r>
          </a:p>
        </p:txBody>
      </p:sp>
    </p:spTree>
    <p:extLst>
      <p:ext uri="{BB962C8B-B14F-4D97-AF65-F5344CB8AC3E}">
        <p14:creationId xmlns:p14="http://schemas.microsoft.com/office/powerpoint/2010/main" val="1292004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47B76-879C-6F67-3468-EF9D547AE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20AC2-3338-57A7-3C6C-A0909554F71E}"/>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56150759-5A45-D83D-A2B4-8E093E5F29CE}"/>
              </a:ext>
            </a:extLst>
          </p:cNvPr>
          <p:cNvSpPr txBox="1">
            <a:spLocks/>
          </p:cNvSpPr>
          <p:nvPr/>
        </p:nvSpPr>
        <p:spPr>
          <a:xfrm>
            <a:off x="755073" y="1690688"/>
            <a:ext cx="10515600" cy="3847207"/>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(3 of 6)</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AE2S_LIN_DATA_G8_NIIN_File_[date].xlsx - 3 sheets 		Primary Inventory</a:t>
            </a:r>
          </a:p>
          <a:p>
            <a:pPr marL="171450" indent="-171450">
              <a:lnSpc>
                <a:spcPct val="100000"/>
              </a:lnSpc>
              <a:spcBef>
                <a:spcPts val="0"/>
              </a:spcBef>
            </a:pPr>
            <a:r>
              <a:rPr lang="en-US" sz="1200" dirty="0" err="1">
                <a:latin typeface="Arial" panose="020B0604020202020204" pitchFamily="34" charset="0"/>
                <a:cs typeface="Arial" panose="020B0604020202020204" pitchFamily="34" charset="0"/>
              </a:rPr>
              <a:t>compo.Initial_inventory</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compo.inventory_by_uic</a:t>
            </a:r>
            <a:r>
              <a:rPr lang="en-US" sz="1200" dirty="0">
                <a:latin typeface="Arial" panose="020B0604020202020204" pitchFamily="34" charset="0"/>
                <a:cs typeface="Arial" panose="020B0604020202020204" pitchFamily="34" charset="0"/>
              </a:rPr>
              <a:t>  		Processing through</a:t>
            </a:r>
          </a:p>
          <a:p>
            <a:pPr marL="171450" lvl="0" indent="-171450">
              <a:lnSpc>
                <a:spcPct val="100000"/>
              </a:lnSpc>
              <a:spcBef>
                <a:spcPts val="0"/>
              </a:spcBef>
            </a:pPr>
            <a:endParaRPr lang="en-US" sz="1400"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dates = &amp;</a:t>
            </a:r>
            <a:r>
              <a:rPr lang="en-US" sz="1200" dirty="0" err="1">
                <a:latin typeface="Arial" panose="020B0604020202020204" pitchFamily="34" charset="0"/>
                <a:cs typeface="Arial" panose="020B0604020202020204" pitchFamily="34" charset="0"/>
              </a:rPr>
              <a:t>current_fy</a:t>
            </a:r>
            <a:r>
              <a:rPr lang="en-US" sz="1200" dirty="0">
                <a:latin typeface="Arial" panose="020B0604020202020204" pitchFamily="34" charset="0"/>
                <a:cs typeface="Arial" panose="020B0604020202020204" pitchFamily="34" charset="0"/>
              </a:rPr>
              <a:t>;              				Assign current fiscal year</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compo = compos;            				Standardize component field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lin</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lins</a:t>
            </a:r>
            <a:r>
              <a:rPr lang="en-US" sz="1200" dirty="0">
                <a:latin typeface="Arial" panose="020B0604020202020204" pitchFamily="34" charset="0"/>
                <a:cs typeface="Arial" panose="020B0604020202020204" pitchFamily="34" charset="0"/>
              </a:rPr>
              <a:t>;                				Standardize LIN field  </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uic</a:t>
            </a:r>
            <a:r>
              <a:rPr lang="en-US" sz="1200" dirty="0">
                <a:latin typeface="Arial" panose="020B0604020202020204" pitchFamily="34" charset="0"/>
                <a:cs typeface="Arial" panose="020B0604020202020204" pitchFamily="34" charset="0"/>
              </a:rPr>
              <a:t> = units;               				Standardize unit field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qty = inv;                 				Standardize quantity field</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Transformation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if </a:t>
            </a:r>
            <a:r>
              <a:rPr lang="en-US" sz="1200" dirty="0" err="1">
                <a:latin typeface="Arial" panose="020B0604020202020204" pitchFamily="34" charset="0"/>
                <a:cs typeface="Arial" panose="020B0604020202020204" pitchFamily="34" charset="0"/>
              </a:rPr>
              <a:t>lcc</a:t>
            </a:r>
            <a:r>
              <a:rPr lang="en-US" sz="1200" dirty="0">
                <a:latin typeface="Arial" panose="020B0604020202020204" pitchFamily="34" charset="0"/>
                <a:cs typeface="Arial" panose="020B0604020202020204" pitchFamily="34" charset="0"/>
              </a:rPr>
              <a:t> in &amp;obsolete then output obsolete;              			Obsolete equipment</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if </a:t>
            </a:r>
            <a:r>
              <a:rPr lang="en-US" sz="1200" dirty="0" err="1">
                <a:latin typeface="Arial" panose="020B0604020202020204" pitchFamily="34" charset="0"/>
                <a:cs typeface="Arial" panose="020B0604020202020204" pitchFamily="34" charset="0"/>
              </a:rPr>
              <a:t>condition_code</a:t>
            </a:r>
            <a:r>
              <a:rPr lang="en-US" sz="1200" dirty="0">
                <a:latin typeface="Arial" panose="020B0604020202020204" pitchFamily="34" charset="0"/>
                <a:cs typeface="Arial" panose="020B0604020202020204" pitchFamily="34" charset="0"/>
              </a:rPr>
              <a:t> in &amp;unserviceable then output </a:t>
            </a:r>
            <a:r>
              <a:rPr lang="en-US" sz="1200" dirty="0" err="1">
                <a:latin typeface="Arial" panose="020B0604020202020204" pitchFamily="34" charset="0"/>
                <a:cs typeface="Arial" panose="020B0604020202020204" pitchFamily="34" charset="0"/>
              </a:rPr>
              <a:t>unserviceables</a:t>
            </a:r>
            <a:r>
              <a:rPr lang="en-US" sz="1200" dirty="0">
                <a:latin typeface="Arial" panose="020B0604020202020204" pitchFamily="34" charset="0"/>
                <a:cs typeface="Arial" panose="020B0604020202020204" pitchFamily="34" charset="0"/>
              </a:rPr>
              <a:t>;  		Unserviceable</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else output LIN_INV;                                   			Usable inventory</a:t>
            </a:r>
          </a:p>
        </p:txBody>
      </p:sp>
    </p:spTree>
    <p:extLst>
      <p:ext uri="{BB962C8B-B14F-4D97-AF65-F5344CB8AC3E}">
        <p14:creationId xmlns:p14="http://schemas.microsoft.com/office/powerpoint/2010/main" val="1629959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E24A7-9DC2-1EBA-DF99-C6073A6DE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A30AF-C8F5-1D66-C477-CE420734FB98}"/>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4FF588E1-69E5-2F60-B82C-6568D2EF9E23}"/>
              </a:ext>
            </a:extLst>
          </p:cNvPr>
          <p:cNvSpPr txBox="1">
            <a:spLocks/>
          </p:cNvSpPr>
          <p:nvPr/>
        </p:nvSpPr>
        <p:spPr>
          <a:xfrm>
            <a:off x="838200" y="1690688"/>
            <a:ext cx="10515600" cy="4862870"/>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(4 of 6)</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AE2S_CURRENT_POSITION_[date].xlsx - Sheet: "AE2S_CURRENT_POSITION"</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compo3=put(compo,1.);             				Convert component to character</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FY = dates;                				Standardize fiscal year field  </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compo = compos;            				Standardize component field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lin</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lins</a:t>
            </a:r>
            <a:r>
              <a:rPr lang="en-US" sz="1200" dirty="0">
                <a:latin typeface="Arial" panose="020B0604020202020204" pitchFamily="34" charset="0"/>
                <a:cs typeface="Arial" panose="020B0604020202020204" pitchFamily="34" charset="0"/>
              </a:rPr>
              <a:t>;                				Standardize LIN field</a:t>
            </a:r>
          </a:p>
          <a:p>
            <a:pPr marL="171450" indent="-17145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Transformation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sum(Amount) as Qty             				Sum quantities by LIN/Component/Year</a:t>
            </a:r>
          </a:p>
          <a:p>
            <a:pPr marL="171450" indent="-171450">
              <a:lnSpc>
                <a:spcPct val="100000"/>
              </a:lnSpc>
              <a:spcBef>
                <a:spcPts val="0"/>
              </a:spcBef>
            </a:pPr>
            <a:endParaRPr lang="en-US" sz="1200"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CUI_[date]_RPT_DARPL_RELEASE_FY[year].xlsx</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dates = FY;                       				Convert fiscal year</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uic</a:t>
            </a:r>
            <a:r>
              <a:rPr lang="en-US" sz="1200" dirty="0">
                <a:latin typeface="Arial" panose="020B0604020202020204" pitchFamily="34" charset="0"/>
                <a:cs typeface="Arial" panose="020B0604020202020204" pitchFamily="34" charset="0"/>
              </a:rPr>
              <a:t> = units;               				Standardize unit field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rename compo = compos;            				Standardize component field</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drop FY;                         					Remove original FY field</a:t>
            </a:r>
          </a:p>
        </p:txBody>
      </p:sp>
    </p:spTree>
    <p:extLst>
      <p:ext uri="{BB962C8B-B14F-4D97-AF65-F5344CB8AC3E}">
        <p14:creationId xmlns:p14="http://schemas.microsoft.com/office/powerpoint/2010/main" val="2769730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4D48F-C51D-DECF-3A2B-DFD11C8C4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683FB-0302-17E0-34A5-39B5FD461E12}"/>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8FFA9AD9-0C9A-9DC3-650E-034B35FD7ED5}"/>
              </a:ext>
            </a:extLst>
          </p:cNvPr>
          <p:cNvSpPr txBox="1">
            <a:spLocks/>
          </p:cNvSpPr>
          <p:nvPr/>
        </p:nvSpPr>
        <p:spPr>
          <a:xfrm>
            <a:off x="838200" y="1690688"/>
            <a:ext cx="10515600" cy="4216539"/>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(5 of 6)</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LINS_ACTIVE_[date].xlsx - Sheet: "</a:t>
            </a:r>
            <a:r>
              <a:rPr lang="en-US" sz="1200" dirty="0" err="1">
                <a:latin typeface="Arial" panose="020B0604020202020204" pitchFamily="34" charset="0"/>
                <a:cs typeface="Arial" panose="020B0604020202020204" pitchFamily="34" charset="0"/>
              </a:rPr>
              <a:t>LINS_Active</a:t>
            </a:r>
            <a:r>
              <a:rPr lang="en-US" sz="1200" dirty="0">
                <a:latin typeface="Arial" panose="020B0604020202020204" pitchFamily="34" charset="0"/>
                <a:cs typeface="Arial" panose="020B0604020202020204" pitchFamily="34" charset="0"/>
              </a:rPr>
              <a:t>"</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set </a:t>
            </a:r>
            <a:r>
              <a:rPr lang="en-US" sz="1200" dirty="0" err="1">
                <a:latin typeface="Arial" panose="020B0604020202020204" pitchFamily="34" charset="0"/>
                <a:cs typeface="Arial" panose="020B0604020202020204" pitchFamily="34" charset="0"/>
              </a:rPr>
              <a:t>lmdb.lins</a:t>
            </a:r>
            <a:r>
              <a:rPr lang="en-US" sz="1200" dirty="0">
                <a:latin typeface="Arial" panose="020B0604020202020204" pitchFamily="34" charset="0"/>
                <a:cs typeface="Arial" panose="020B0604020202020204" pitchFamily="34" charset="0"/>
              </a:rPr>
              <a:t>;                    				Use processed LIN list	</a:t>
            </a:r>
          </a:p>
          <a:p>
            <a:pPr marL="0" indent="0">
              <a:lnSpc>
                <a:spcPct val="100000"/>
              </a:lnSpc>
              <a:spcBef>
                <a:spcPts val="0"/>
              </a:spcBef>
              <a:buNone/>
            </a:pPr>
            <a:endParaRPr lang="en-US" sz="1400"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SB_700_20_APPENDIX_H_[date].xlsx 				Army regulation substitutions</a:t>
            </a:r>
          </a:p>
          <a:p>
            <a:pPr marL="0" indent="0">
              <a:lnSpc>
                <a:spcPct val="100000"/>
              </a:lnSpc>
              <a:spcBef>
                <a:spcPts val="0"/>
              </a:spcBef>
              <a:buNone/>
            </a:pPr>
            <a:endParaRPr lang="en-US" sz="1400"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lin</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lins</a:t>
            </a:r>
            <a:r>
              <a:rPr lang="en-US" sz="1200" dirty="0">
                <a:latin typeface="Arial" panose="020B0604020202020204" pitchFamily="34" charset="0"/>
                <a:cs typeface="Arial" panose="020B0604020202020204" pitchFamily="34" charset="0"/>
              </a:rPr>
              <a:t>;                				Standardize LIN field</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rename </a:t>
            </a:r>
            <a:r>
              <a:rPr lang="en-US" sz="1200" dirty="0" err="1">
                <a:latin typeface="Arial" panose="020B0604020202020204" pitchFamily="34" charset="0"/>
                <a:cs typeface="Arial" panose="020B0604020202020204" pitchFamily="34" charset="0"/>
              </a:rPr>
              <a:t>sublin</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sublins</a:t>
            </a:r>
            <a:r>
              <a:rPr lang="en-US" sz="1200" dirty="0">
                <a:latin typeface="Arial" panose="020B0604020202020204" pitchFamily="34" charset="0"/>
                <a:cs typeface="Arial" panose="020B0604020202020204" pitchFamily="34" charset="0"/>
              </a:rPr>
              <a:t>;          				Standardize substitute LIN field</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sources = </a:t>
            </a:r>
            <a:r>
              <a:rPr lang="en-US" sz="1200" dirty="0" err="1">
                <a:latin typeface="Arial" panose="020B0604020202020204" pitchFamily="34" charset="0"/>
                <a:cs typeface="Arial" panose="020B0604020202020204" pitchFamily="34" charset="0"/>
              </a:rPr>
              <a:t>substrn</a:t>
            </a:r>
            <a:r>
              <a:rPr lang="en-US" sz="1200" dirty="0">
                <a:latin typeface="Arial" panose="020B0604020202020204" pitchFamily="34" charset="0"/>
                <a:cs typeface="Arial" panose="020B0604020202020204" pitchFamily="34" charset="0"/>
              </a:rPr>
              <a:t>(source,1,1);    				Extract source priority</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drop </a:t>
            </a:r>
            <a:r>
              <a:rPr lang="en-US" sz="1200" dirty="0" err="1">
                <a:latin typeface="Arial" panose="020B0604020202020204" pitchFamily="34" charset="0"/>
                <a:cs typeface="Arial" panose="020B0604020202020204" pitchFamily="34" charset="0"/>
              </a:rPr>
              <a:t>run_id</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start_dt</a:t>
            </a:r>
            <a:r>
              <a:rPr lang="en-US" sz="1200" dirty="0">
                <a:latin typeface="Arial" panose="020B0604020202020204" pitchFamily="34" charset="0"/>
                <a:cs typeface="Arial" panose="020B0604020202020204" pitchFamily="34" charset="0"/>
              </a:rPr>
              <a:t> source;      				Remove metadata fields</a:t>
            </a:r>
          </a:p>
          <a:p>
            <a:pPr marL="0" indent="0">
              <a:lnSpc>
                <a:spcPct val="100000"/>
              </a:lnSpc>
              <a:spcBef>
                <a:spcPts val="0"/>
              </a:spcBef>
              <a:buNone/>
            </a:pPr>
            <a:r>
              <a:rPr lang="en-US" sz="1200" dirty="0">
                <a:latin typeface="Arial" panose="020B0604020202020204" pitchFamily="34" charset="0"/>
                <a:cs typeface="Arial" panose="020B0604020202020204" pitchFamily="34" charset="0"/>
              </a:rPr>
              <a:t>rename sources = source;          				Rename for consistency</a:t>
            </a:r>
          </a:p>
          <a:p>
            <a:pPr marL="0" indent="0">
              <a:lnSpc>
                <a:spcPct val="100000"/>
              </a:lnSpc>
              <a:spcBef>
                <a:spcPts val="0"/>
              </a:spcBef>
              <a:buNone/>
            </a:pPr>
            <a:r>
              <a:rPr lang="en-US" sz="1400" dirty="0">
                <a:latin typeface="Arial" panose="020B0604020202020204" pitchFamily="34" charset="0"/>
                <a:cs typeface="Arial" panose="020B0604020202020204" pitchFamily="34" charset="0"/>
              </a:rPr>
              <a:t>		</a:t>
            </a:r>
            <a:endParaRPr lang="en-US"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0052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1101-8622-FF3C-205C-77F1CA9C9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3C592-34B8-CE29-740B-E5F5B216058C}"/>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77BE3D80-71A2-55DE-CE10-C6762BE1E14C}"/>
              </a:ext>
            </a:extLst>
          </p:cNvPr>
          <p:cNvSpPr txBox="1">
            <a:spLocks/>
          </p:cNvSpPr>
          <p:nvPr/>
        </p:nvSpPr>
        <p:spPr>
          <a:xfrm>
            <a:off x="838200" y="1690688"/>
            <a:ext cx="10515600" cy="5016758"/>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1.1: Master Data Sources Integration (6 of 6)</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Input Data Files: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LMI_DST_PSDs [date].xlsx - Planned equipment transfers</a:t>
            </a:r>
          </a:p>
          <a:p>
            <a:pPr lvl="0">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data </a:t>
            </a:r>
            <a:r>
              <a:rPr lang="en-US" sz="1200" dirty="0" err="1">
                <a:latin typeface="Arial" panose="020B0604020202020204" pitchFamily="34" charset="0"/>
                <a:cs typeface="Arial" panose="020B0604020202020204" pitchFamily="34" charset="0"/>
              </a:rPr>
              <a:t>idm_i.LMI_XFER_REMOVE</a:t>
            </a:r>
            <a:r>
              <a:rPr lang="en-US" sz="1200" dirty="0">
                <a:latin typeface="Arial" panose="020B0604020202020204" pitchFamily="34" charset="0"/>
                <a:cs typeface="Arial" panose="020B0604020202020204" pitchFamily="34" charset="0"/>
              </a:rPr>
              <a:t>; 				Process transfer removals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set </a:t>
            </a:r>
            <a:r>
              <a:rPr lang="en-US" sz="1200" dirty="0" err="1">
                <a:latin typeface="Arial" panose="020B0604020202020204" pitchFamily="34" charset="0"/>
                <a:cs typeface="Arial" panose="020B0604020202020204" pitchFamily="34" charset="0"/>
              </a:rPr>
              <a:t>compo.LMI_XFER_REMOVE</a:t>
            </a:r>
            <a:r>
              <a:rPr lang="en-US" sz="1200" dirty="0">
                <a:latin typeface="Arial" panose="020B0604020202020204" pitchFamily="34" charset="0"/>
                <a:cs typeface="Arial" panose="020B0604020202020204" pitchFamily="34" charset="0"/>
              </a:rPr>
              <a:t>; 				Process transfer removals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data </a:t>
            </a:r>
            <a:r>
              <a:rPr lang="en-US" sz="1200" dirty="0" err="1">
                <a:latin typeface="Arial" panose="020B0604020202020204" pitchFamily="34" charset="0"/>
                <a:cs typeface="Arial" panose="020B0604020202020204" pitchFamily="34" charset="0"/>
              </a:rPr>
              <a:t>idm_i.LMI_XFER_ADD</a:t>
            </a:r>
            <a:r>
              <a:rPr lang="en-US" sz="1200" dirty="0">
                <a:latin typeface="Arial" panose="020B0604020202020204" pitchFamily="34" charset="0"/>
                <a:cs typeface="Arial" panose="020B0604020202020204" pitchFamily="34" charset="0"/>
              </a:rPr>
              <a:t>; 				Process transfer additions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set </a:t>
            </a:r>
            <a:r>
              <a:rPr lang="en-US" sz="1200" dirty="0" err="1">
                <a:latin typeface="Arial" panose="020B0604020202020204" pitchFamily="34" charset="0"/>
                <a:cs typeface="Arial" panose="020B0604020202020204" pitchFamily="34" charset="0"/>
              </a:rPr>
              <a:t>compo.LMI_XFER_ADD</a:t>
            </a:r>
            <a:r>
              <a:rPr lang="en-US" sz="1200" dirty="0">
                <a:latin typeface="Arial" panose="020B0604020202020204" pitchFamily="34" charset="0"/>
                <a:cs typeface="Arial" panose="020B0604020202020204" pitchFamily="34" charset="0"/>
              </a:rPr>
              <a:t>; 				Process transfer additions</a:t>
            </a:r>
          </a:p>
          <a:p>
            <a:pPr marL="0" indent="0">
              <a:lnSpc>
                <a:spcPct val="100000"/>
              </a:lnSpc>
              <a:spcBef>
                <a:spcPts val="0"/>
              </a:spcBef>
              <a:buNone/>
            </a:pPr>
            <a:r>
              <a:rPr lang="en-US" sz="1400" dirty="0">
                <a:latin typeface="Arial" panose="020B0604020202020204" pitchFamily="34" charset="0"/>
                <a:cs typeface="Arial" panose="020B0604020202020204" pitchFamily="34" charset="0"/>
              </a:rPr>
              <a:t>		</a:t>
            </a: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Processing Operations: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 create table </a:t>
            </a:r>
            <a:r>
              <a:rPr lang="en-US" sz="1200" dirty="0" err="1">
                <a:latin typeface="Arial" panose="020B0604020202020204" pitchFamily="34" charset="0"/>
                <a:cs typeface="Arial" panose="020B0604020202020204" pitchFamily="34" charset="0"/>
              </a:rPr>
              <a:t>lins</a:t>
            </a:r>
            <a:r>
              <a:rPr lang="en-US" sz="1200" dirty="0">
                <a:latin typeface="Arial" panose="020B0604020202020204" pitchFamily="34" charset="0"/>
                <a:cs typeface="Arial" panose="020B0604020202020204" pitchFamily="34" charset="0"/>
              </a:rPr>
              <a:t> as 					Create comprehensive LIN index</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lin</a:t>
            </a:r>
            <a:r>
              <a:rPr lang="en-US" sz="1100" dirty="0">
                <a:latin typeface="Arial" panose="020B0604020202020204" pitchFamily="34" charset="0"/>
                <a:cs typeface="Arial" panose="020B0604020202020204" pitchFamily="34" charset="0"/>
              </a:rPr>
              <a:t> as LINs; from lmdb.</a:t>
            </a:r>
            <a:r>
              <a:rPr lang="en-US" sz="1100" dirty="0" err="1">
                <a:latin typeface="Arial" panose="020B0604020202020204" pitchFamily="34" charset="0"/>
                <a:cs typeface="Arial" panose="020B0604020202020204" pitchFamily="34" charset="0"/>
              </a:rPr>
              <a:t>lmdb</a:t>
            </a:r>
            <a:r>
              <a:rPr lang="en-US" sz="1100" dirty="0">
                <a:latin typeface="Arial" panose="020B0604020202020204" pitchFamily="34" charset="0"/>
                <a:cs typeface="Arial" panose="020B0604020202020204" pitchFamily="34" charset="0"/>
              </a:rPr>
              <a:t>_&amp;</a:t>
            </a:r>
            <a:r>
              <a:rPr lang="en-US" sz="1100" dirty="0" err="1">
                <a:latin typeface="Arial" panose="020B0604020202020204" pitchFamily="34" charset="0"/>
                <a:cs typeface="Arial" panose="020B0604020202020204" pitchFamily="34" charset="0"/>
              </a:rPr>
              <a:t>lmdb_month</a:t>
            </a:r>
            <a:r>
              <a:rPr lang="en-US" sz="1100" dirty="0">
                <a:latin typeface="Arial" panose="020B0604020202020204" pitchFamily="34" charset="0"/>
                <a:cs typeface="Arial" panose="020B0604020202020204" pitchFamily="34" charset="0"/>
              </a:rPr>
              <a:t>        		Primary LIN source</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lin</a:t>
            </a:r>
            <a:r>
              <a:rPr lang="en-US" sz="1100" dirty="0">
                <a:latin typeface="Arial" panose="020B0604020202020204" pitchFamily="34" charset="0"/>
                <a:cs typeface="Arial" panose="020B0604020202020204" pitchFamily="34" charset="0"/>
              </a:rPr>
              <a:t> as LINs; from </a:t>
            </a:r>
            <a:r>
              <a:rPr lang="en-US" sz="1100" dirty="0" err="1">
                <a:latin typeface="Arial" panose="020B0604020202020204" pitchFamily="34" charset="0"/>
                <a:cs typeface="Arial" panose="020B0604020202020204" pitchFamily="34" charset="0"/>
              </a:rPr>
              <a:t>lmdb.subrules_final</a:t>
            </a:r>
            <a:r>
              <a:rPr lang="en-US" sz="1100" dirty="0">
                <a:latin typeface="Arial" panose="020B0604020202020204" pitchFamily="34" charset="0"/>
                <a:cs typeface="Arial" panose="020B0604020202020204" pitchFamily="34" charset="0"/>
              </a:rPr>
              <a:t>            		Substitution LINs</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lin</a:t>
            </a:r>
            <a:r>
              <a:rPr lang="en-US" sz="1100" dirty="0">
                <a:latin typeface="Arial" panose="020B0604020202020204" pitchFamily="34" charset="0"/>
                <a:cs typeface="Arial" panose="020B0604020202020204" pitchFamily="34" charset="0"/>
              </a:rPr>
              <a:t> as LINs; from </a:t>
            </a:r>
            <a:r>
              <a:rPr lang="en-US" sz="1100" dirty="0" err="1">
                <a:latin typeface="Arial" panose="020B0604020202020204" pitchFamily="34" charset="0"/>
                <a:cs typeface="Arial" panose="020B0604020202020204" pitchFamily="34" charset="0"/>
              </a:rPr>
              <a:t>compo.procurements</a:t>
            </a:r>
            <a:r>
              <a:rPr lang="en-US" sz="1100" dirty="0">
                <a:latin typeface="Arial" panose="020B0604020202020204" pitchFamily="34" charset="0"/>
                <a:cs typeface="Arial" panose="020B0604020202020204" pitchFamily="34" charset="0"/>
              </a:rPr>
              <a:t>             		Procurement LINs</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lin</a:t>
            </a:r>
            <a:r>
              <a:rPr lang="en-US" sz="1100" dirty="0">
                <a:latin typeface="Arial" panose="020B0604020202020204" pitchFamily="34" charset="0"/>
                <a:cs typeface="Arial" panose="020B0604020202020204" pitchFamily="34" charset="0"/>
              </a:rPr>
              <a:t> as LINs; from </a:t>
            </a:r>
            <a:r>
              <a:rPr lang="en-US" sz="1100" dirty="0" err="1">
                <a:latin typeface="Arial" panose="020B0604020202020204" pitchFamily="34" charset="0"/>
                <a:cs typeface="Arial" panose="020B0604020202020204" pitchFamily="34" charset="0"/>
              </a:rPr>
              <a:t>compo.inventory_by_uic</a:t>
            </a:r>
            <a:r>
              <a:rPr lang="en-US" sz="1100" dirty="0">
                <a:latin typeface="Arial" panose="020B0604020202020204" pitchFamily="34" charset="0"/>
                <a:cs typeface="Arial" panose="020B0604020202020204" pitchFamily="34" charset="0"/>
              </a:rPr>
              <a:t>         		Inventory LINs</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lin</a:t>
            </a:r>
            <a:r>
              <a:rPr lang="en-US" sz="1100" dirty="0">
                <a:latin typeface="Arial" panose="020B0604020202020204" pitchFamily="34" charset="0"/>
                <a:cs typeface="Arial" panose="020B0604020202020204" pitchFamily="34" charset="0"/>
              </a:rPr>
              <a:t> as LINs; from </a:t>
            </a:r>
            <a:r>
              <a:rPr lang="en-US" sz="1100" dirty="0" err="1">
                <a:latin typeface="Arial" panose="020B0604020202020204" pitchFamily="34" charset="0"/>
                <a:cs typeface="Arial" panose="020B0604020202020204" pitchFamily="34" charset="0"/>
              </a:rPr>
              <a:t>compo.all_lin_reqs</a:t>
            </a:r>
            <a:r>
              <a:rPr lang="en-US" sz="1100" dirty="0">
                <a:latin typeface="Arial" panose="020B0604020202020204" pitchFamily="34" charset="0"/>
                <a:cs typeface="Arial" panose="020B0604020202020204" pitchFamily="34" charset="0"/>
              </a:rPr>
              <a:t>;            		Requirement LINs</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create table </a:t>
            </a:r>
            <a:r>
              <a:rPr lang="en-US" sz="1200" dirty="0" err="1">
                <a:latin typeface="Arial" panose="020B0604020202020204" pitchFamily="34" charset="0"/>
                <a:cs typeface="Arial" panose="020B0604020202020204" pitchFamily="34" charset="0"/>
              </a:rPr>
              <a:t>idm_i.units</a:t>
            </a:r>
            <a:r>
              <a:rPr lang="en-US" sz="1200" dirty="0">
                <a:latin typeface="Arial" panose="020B0604020202020204" pitchFamily="34" charset="0"/>
                <a:cs typeface="Arial" panose="020B0604020202020204" pitchFamily="34" charset="0"/>
              </a:rPr>
              <a:t> as 				Create units index</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uic</a:t>
            </a:r>
            <a:r>
              <a:rPr lang="en-US" sz="1100" dirty="0">
                <a:latin typeface="Arial" panose="020B0604020202020204" pitchFamily="34" charset="0"/>
                <a:cs typeface="Arial" panose="020B0604020202020204" pitchFamily="34" charset="0"/>
              </a:rPr>
              <a:t> as units; from </a:t>
            </a:r>
            <a:r>
              <a:rPr lang="en-US" sz="1100" dirty="0" err="1">
                <a:latin typeface="Arial" panose="020B0604020202020204" pitchFamily="34" charset="0"/>
                <a:cs typeface="Arial" panose="020B0604020202020204" pitchFamily="34" charset="0"/>
              </a:rPr>
              <a:t>compo.units</a:t>
            </a:r>
            <a:r>
              <a:rPr lang="en-US" sz="1100" dirty="0">
                <a:latin typeface="Arial" panose="020B0604020202020204" pitchFamily="34" charset="0"/>
                <a:cs typeface="Arial" panose="020B0604020202020204" pitchFamily="34" charset="0"/>
              </a:rPr>
              <a:t>;	</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create table </a:t>
            </a:r>
            <a:r>
              <a:rPr lang="en-US" sz="1200" dirty="0" err="1">
                <a:latin typeface="Arial" panose="020B0604020202020204" pitchFamily="34" charset="0"/>
                <a:cs typeface="Arial" panose="020B0604020202020204" pitchFamily="34" charset="0"/>
              </a:rPr>
              <a:t>idm_i.compos</a:t>
            </a:r>
            <a:r>
              <a:rPr lang="en-US" sz="1200" dirty="0">
                <a:latin typeface="Arial" panose="020B0604020202020204" pitchFamily="34" charset="0"/>
                <a:cs typeface="Arial" panose="020B0604020202020204" pitchFamily="34" charset="0"/>
              </a:rPr>
              <a:t> as 				Create components index</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compo as compos; from </a:t>
            </a:r>
            <a:r>
              <a:rPr lang="en-US" sz="1100" dirty="0" err="1">
                <a:latin typeface="Arial" panose="020B0604020202020204" pitchFamily="34" charset="0"/>
                <a:cs typeface="Arial" panose="020B0604020202020204" pitchFamily="34" charset="0"/>
              </a:rPr>
              <a:t>compo.all_lin_reqs</a:t>
            </a:r>
            <a:r>
              <a:rPr lang="en-US" sz="1100" dirty="0">
                <a:latin typeface="Arial" panose="020B0604020202020204" pitchFamily="34" charset="0"/>
                <a:cs typeface="Arial" panose="020B0604020202020204" pitchFamily="34" charset="0"/>
              </a:rPr>
              <a:t>;</a:t>
            </a:r>
          </a:p>
          <a:p>
            <a:pPr marL="171450" indent="-171450">
              <a:lnSpc>
                <a:spcPct val="100000"/>
              </a:lnSpc>
              <a:spcBef>
                <a:spcPts val="0"/>
              </a:spcBef>
            </a:pPr>
            <a:r>
              <a:rPr lang="en-US" sz="1200" dirty="0">
                <a:latin typeface="Arial" panose="020B0604020202020204" pitchFamily="34" charset="0"/>
                <a:cs typeface="Arial" panose="020B0604020202020204" pitchFamily="34" charset="0"/>
              </a:rPr>
              <a:t>create table </a:t>
            </a:r>
            <a:r>
              <a:rPr lang="en-US" sz="1200" dirty="0" err="1">
                <a:latin typeface="Arial" panose="020B0604020202020204" pitchFamily="34" charset="0"/>
                <a:cs typeface="Arial" panose="020B0604020202020204" pitchFamily="34" charset="0"/>
              </a:rPr>
              <a:t>idm_i.ercs</a:t>
            </a:r>
            <a:r>
              <a:rPr lang="en-US" sz="1200" dirty="0">
                <a:latin typeface="Arial" panose="020B0604020202020204" pitchFamily="34" charset="0"/>
                <a:cs typeface="Arial" panose="020B0604020202020204" pitchFamily="34" charset="0"/>
              </a:rPr>
              <a:t> as 				Create ERCs index</a:t>
            </a:r>
          </a:p>
          <a:p>
            <a:pPr marL="628650" lvl="1" indent="-171450">
              <a:lnSpc>
                <a:spcPct val="100000"/>
              </a:lnSpc>
              <a:spcBef>
                <a:spcPts val="0"/>
              </a:spcBef>
            </a:pPr>
            <a:r>
              <a:rPr lang="en-US" sz="1100" dirty="0">
                <a:latin typeface="Arial" panose="020B0604020202020204" pitchFamily="34" charset="0"/>
                <a:cs typeface="Arial" panose="020B0604020202020204" pitchFamily="34" charset="0"/>
              </a:rPr>
              <a:t>select distinct </a:t>
            </a:r>
            <a:r>
              <a:rPr lang="en-US" sz="1100" dirty="0" err="1">
                <a:latin typeface="Arial" panose="020B0604020202020204" pitchFamily="34" charset="0"/>
                <a:cs typeface="Arial" panose="020B0604020202020204" pitchFamily="34" charset="0"/>
              </a:rPr>
              <a:t>erc</a:t>
            </a:r>
            <a:r>
              <a:rPr lang="en-US" sz="1100" dirty="0">
                <a:latin typeface="Arial" panose="020B0604020202020204" pitchFamily="34" charset="0"/>
                <a:cs typeface="Arial" panose="020B0604020202020204" pitchFamily="34" charset="0"/>
              </a:rPr>
              <a:t> as </a:t>
            </a:r>
            <a:r>
              <a:rPr lang="en-US" sz="1100" dirty="0" err="1">
                <a:latin typeface="Arial" panose="020B0604020202020204" pitchFamily="34" charset="0"/>
                <a:cs typeface="Arial" panose="020B0604020202020204" pitchFamily="34" charset="0"/>
              </a:rPr>
              <a:t>ercs</a:t>
            </a:r>
            <a:r>
              <a:rPr lang="en-US" sz="1100" dirty="0">
                <a:latin typeface="Arial" panose="020B0604020202020204" pitchFamily="34" charset="0"/>
                <a:cs typeface="Arial" panose="020B0604020202020204" pitchFamily="34" charset="0"/>
              </a:rPr>
              <a:t>; from </a:t>
            </a:r>
            <a:r>
              <a:rPr lang="en-US" sz="1100" dirty="0" err="1">
                <a:latin typeface="Arial" panose="020B0604020202020204" pitchFamily="34" charset="0"/>
                <a:cs typeface="Arial" panose="020B0604020202020204" pitchFamily="34" charset="0"/>
              </a:rPr>
              <a:t>compo.all_lin_reqs</a:t>
            </a:r>
            <a:r>
              <a:rPr lang="en-US" sz="11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062548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30756-10AF-6817-E748-1846496AD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F1BDC-13C5-5CB3-39D6-9E2E24B8E682}"/>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E2A2FABB-F3E8-E971-BBD8-D1A2E136CC31}"/>
              </a:ext>
            </a:extLst>
          </p:cNvPr>
          <p:cNvSpPr txBox="1">
            <a:spLocks/>
          </p:cNvSpPr>
          <p:nvPr/>
        </p:nvSpPr>
        <p:spPr>
          <a:xfrm>
            <a:off x="838200" y="1690688"/>
            <a:ext cx="10515600" cy="3939540"/>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1: Data Ingestion and Preprocessing Architecture</a:t>
            </a:r>
          </a:p>
          <a:p>
            <a:pPr marL="0" indent="0">
              <a:lnSpc>
                <a:spcPct val="100000"/>
              </a:lnSpc>
              <a:spcBef>
                <a:spcPts val="0"/>
              </a:spcBef>
              <a:buNone/>
            </a:pPr>
            <a:r>
              <a:rPr lang="en-US" sz="2000" b="1" dirty="0">
                <a:latin typeface="Arial" panose="020B0604020202020204" pitchFamily="34" charset="0"/>
                <a:cs typeface="Arial" panose="020B0604020202020204" pitchFamily="34" charset="0"/>
              </a:rPr>
              <a:t>1.2 Index Set Generation (Source: MAKE_INDEX_SETS_v2.txt)</a:t>
            </a: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Hierarchical UNION operations:</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create table </a:t>
            </a:r>
            <a:r>
              <a:rPr lang="en-US" sz="1400" dirty="0" err="1">
                <a:latin typeface="Arial" panose="020B0604020202020204" pitchFamily="34" charset="0"/>
                <a:cs typeface="Arial" panose="020B0604020202020204" pitchFamily="34" charset="0"/>
              </a:rPr>
              <a:t>lins</a:t>
            </a:r>
            <a:r>
              <a:rPr lang="en-US" sz="1400" dirty="0">
                <a:latin typeface="Arial" panose="020B0604020202020204" pitchFamily="34" charset="0"/>
                <a:cs typeface="Arial" panose="020B0604020202020204" pitchFamily="34" charset="0"/>
              </a:rPr>
              <a:t> as</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select distinct </a:t>
            </a:r>
            <a:r>
              <a:rPr lang="en-US" sz="1400" dirty="0" err="1">
                <a:latin typeface="Arial" panose="020B0604020202020204" pitchFamily="34" charset="0"/>
                <a:cs typeface="Arial" panose="020B0604020202020204" pitchFamily="34" charset="0"/>
              </a:rPr>
              <a:t>lin</a:t>
            </a:r>
            <a:r>
              <a:rPr lang="en-US" sz="1400" dirty="0">
                <a:latin typeface="Arial" panose="020B0604020202020204" pitchFamily="34" charset="0"/>
                <a:cs typeface="Arial" panose="020B0604020202020204" pitchFamily="34" charset="0"/>
              </a:rPr>
              <a:t> as LINs; from lmdb.</a:t>
            </a:r>
            <a:r>
              <a:rPr lang="en-US" sz="1400" dirty="0" err="1">
                <a:latin typeface="Arial" panose="020B0604020202020204" pitchFamily="34" charset="0"/>
                <a:cs typeface="Arial" panose="020B0604020202020204" pitchFamily="34" charset="0"/>
              </a:rPr>
              <a:t>lmdb</a:t>
            </a:r>
            <a:r>
              <a:rPr lang="en-US" sz="1400" dirty="0">
                <a:latin typeface="Arial" panose="020B0604020202020204" pitchFamily="34" charset="0"/>
                <a:cs typeface="Arial" panose="020B0604020202020204" pitchFamily="34" charset="0"/>
              </a:rPr>
              <a:t>_&amp;</a:t>
            </a:r>
            <a:r>
              <a:rPr lang="en-US" sz="1400" dirty="0" err="1">
                <a:latin typeface="Arial" panose="020B0604020202020204" pitchFamily="34" charset="0"/>
                <a:cs typeface="Arial" panose="020B0604020202020204" pitchFamily="34" charset="0"/>
              </a:rPr>
              <a:t>lmdb_month</a:t>
            </a:r>
            <a:r>
              <a:rPr lang="en-US" sz="1400" dirty="0">
                <a:latin typeface="Arial" panose="020B0604020202020204" pitchFamily="34" charset="0"/>
                <a:cs typeface="Arial" panose="020B0604020202020204" pitchFamily="34" charset="0"/>
              </a:rPr>
              <a:t>    	LIN Management Database Primary</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Union; select distinct </a:t>
            </a:r>
            <a:r>
              <a:rPr lang="en-US" sz="1400" dirty="0" err="1">
                <a:latin typeface="Arial" panose="020B0604020202020204" pitchFamily="34" charset="0"/>
                <a:cs typeface="Arial" panose="020B0604020202020204" pitchFamily="34" charset="0"/>
              </a:rPr>
              <a:t>lin</a:t>
            </a:r>
            <a:r>
              <a:rPr lang="en-US" sz="1400" dirty="0">
                <a:latin typeface="Arial" panose="020B0604020202020204" pitchFamily="34" charset="0"/>
                <a:cs typeface="Arial" panose="020B0604020202020204" pitchFamily="34" charset="0"/>
              </a:rPr>
              <a:t> as LINs; from </a:t>
            </a:r>
            <a:r>
              <a:rPr lang="en-US" sz="1400" dirty="0" err="1">
                <a:latin typeface="Arial" panose="020B0604020202020204" pitchFamily="34" charset="0"/>
                <a:cs typeface="Arial" panose="020B0604020202020204" pitchFamily="34" charset="0"/>
              </a:rPr>
              <a:t>lmdb.subrules_final</a:t>
            </a:r>
            <a:r>
              <a:rPr lang="en-US" sz="1400" dirty="0">
                <a:latin typeface="Arial" panose="020B0604020202020204" pitchFamily="34" charset="0"/>
                <a:cs typeface="Arial" panose="020B0604020202020204" pitchFamily="34" charset="0"/>
              </a:rPr>
              <a:t>      	Substitution Rules Secondary</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Union; select distinct </a:t>
            </a:r>
            <a:r>
              <a:rPr lang="en-US" sz="1400" dirty="0" err="1">
                <a:latin typeface="Arial" panose="020B0604020202020204" pitchFamily="34" charset="0"/>
                <a:cs typeface="Arial" panose="020B0604020202020204" pitchFamily="34" charset="0"/>
              </a:rPr>
              <a:t>lin</a:t>
            </a:r>
            <a:r>
              <a:rPr lang="en-US" sz="1400" dirty="0">
                <a:latin typeface="Arial" panose="020B0604020202020204" pitchFamily="34" charset="0"/>
                <a:cs typeface="Arial" panose="020B0604020202020204" pitchFamily="34" charset="0"/>
              </a:rPr>
              <a:t> as LINs; from </a:t>
            </a:r>
            <a:r>
              <a:rPr lang="en-US" sz="1400" dirty="0" err="1">
                <a:latin typeface="Arial" panose="020B0604020202020204" pitchFamily="34" charset="0"/>
                <a:cs typeface="Arial" panose="020B0604020202020204" pitchFamily="34" charset="0"/>
              </a:rPr>
              <a:t>compo.procurements</a:t>
            </a:r>
            <a:r>
              <a:rPr lang="en-US" sz="1400" dirty="0">
                <a:latin typeface="Arial" panose="020B0604020202020204" pitchFamily="34" charset="0"/>
                <a:cs typeface="Arial" panose="020B0604020202020204" pitchFamily="34" charset="0"/>
              </a:rPr>
              <a:t>       	Procurement Plans Tertiary</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Union; select distinct </a:t>
            </a:r>
            <a:r>
              <a:rPr lang="en-US" sz="1400" dirty="0" err="1">
                <a:latin typeface="Arial" panose="020B0604020202020204" pitchFamily="34" charset="0"/>
                <a:cs typeface="Arial" panose="020B0604020202020204" pitchFamily="34" charset="0"/>
              </a:rPr>
              <a:t>lin</a:t>
            </a:r>
            <a:r>
              <a:rPr lang="en-US" sz="1400" dirty="0">
                <a:latin typeface="Arial" panose="020B0604020202020204" pitchFamily="34" charset="0"/>
                <a:cs typeface="Arial" panose="020B0604020202020204" pitchFamily="34" charset="0"/>
              </a:rPr>
              <a:t> as LINs; from </a:t>
            </a:r>
            <a:r>
              <a:rPr lang="en-US" sz="1400" dirty="0" err="1">
                <a:latin typeface="Arial" panose="020B0604020202020204" pitchFamily="34" charset="0"/>
                <a:cs typeface="Arial" panose="020B0604020202020204" pitchFamily="34" charset="0"/>
              </a:rPr>
              <a:t>compo.inventory_by_uic</a:t>
            </a:r>
            <a:r>
              <a:rPr lang="en-US" sz="1400" dirty="0">
                <a:latin typeface="Arial" panose="020B0604020202020204" pitchFamily="34" charset="0"/>
                <a:cs typeface="Arial" panose="020B0604020202020204" pitchFamily="34" charset="0"/>
              </a:rPr>
              <a:t>   	Inventory Quaternary</a:t>
            </a:r>
          </a:p>
          <a:p>
            <a:pPr marL="173736" indent="-173736">
              <a:lnSpc>
                <a:spcPct val="100000"/>
              </a:lnSpc>
              <a:spcBef>
                <a:spcPts val="0"/>
              </a:spcBef>
            </a:pPr>
            <a:r>
              <a:rPr lang="en-US" sz="1400" dirty="0">
                <a:latin typeface="Arial" panose="020B0604020202020204" pitchFamily="34" charset="0"/>
                <a:cs typeface="Arial" panose="020B0604020202020204" pitchFamily="34" charset="0"/>
              </a:rPr>
              <a:t>Union; select distinct </a:t>
            </a:r>
            <a:r>
              <a:rPr lang="en-US" sz="1400" dirty="0" err="1">
                <a:latin typeface="Arial" panose="020B0604020202020204" pitchFamily="34" charset="0"/>
                <a:cs typeface="Arial" panose="020B0604020202020204" pitchFamily="34" charset="0"/>
              </a:rPr>
              <a:t>lin</a:t>
            </a:r>
            <a:r>
              <a:rPr lang="en-US" sz="1400" dirty="0">
                <a:latin typeface="Arial" panose="020B0604020202020204" pitchFamily="34" charset="0"/>
                <a:cs typeface="Arial" panose="020B0604020202020204" pitchFamily="34" charset="0"/>
              </a:rPr>
              <a:t> as LINs; from </a:t>
            </a:r>
            <a:r>
              <a:rPr lang="en-US" sz="1400" dirty="0" err="1">
                <a:latin typeface="Arial" panose="020B0604020202020204" pitchFamily="34" charset="0"/>
                <a:cs typeface="Arial" panose="020B0604020202020204" pitchFamily="34" charset="0"/>
              </a:rPr>
              <a:t>compo.all_lin_reqs</a:t>
            </a:r>
            <a:r>
              <a:rPr lang="en-US" sz="1400" dirty="0">
                <a:latin typeface="Arial" panose="020B0604020202020204" pitchFamily="34" charset="0"/>
                <a:cs typeface="Arial" panose="020B0604020202020204" pitchFamily="34" charset="0"/>
              </a:rPr>
              <a:t>;      	Requirements Base Set</a:t>
            </a:r>
          </a:p>
          <a:p>
            <a:pPr marL="173736" indent="-173736">
              <a:lnSpc>
                <a:spcPct val="100000"/>
              </a:lnSpc>
              <a:spcBef>
                <a:spcPts val="0"/>
              </a:spcBef>
            </a:pPr>
            <a:endParaRPr lang="en-US" sz="1400" b="1" dirty="0">
              <a:latin typeface="Arial" panose="020B0604020202020204" pitchFamily="34" charset="0"/>
              <a:cs typeface="Arial" panose="020B0604020202020204" pitchFamily="34" charset="0"/>
            </a:endParaRPr>
          </a:p>
          <a:p>
            <a:pPr marL="0" lvl="0" indent="0">
              <a:lnSpc>
                <a:spcPct val="100000"/>
              </a:lnSpc>
              <a:spcBef>
                <a:spcPts val="0"/>
              </a:spcBef>
              <a:buNone/>
            </a:pPr>
            <a:r>
              <a:rPr lang="en-US" sz="1400" b="1" dirty="0">
                <a:latin typeface="Arial" panose="020B0604020202020204" pitchFamily="34" charset="0"/>
                <a:cs typeface="Arial" panose="020B0604020202020204" pitchFamily="34" charset="0"/>
              </a:rPr>
              <a:t>Mathematical Representation:</a:t>
            </a:r>
          </a:p>
          <a:p>
            <a:pPr>
              <a:lnSpc>
                <a:spcPct val="100000"/>
              </a:lnSpc>
              <a:spcBef>
                <a:spcPts val="0"/>
              </a:spcBef>
            </a:pPr>
            <a:r>
              <a:rPr lang="en-US" sz="1400" dirty="0">
                <a:latin typeface="Arial" panose="020B0604020202020204" pitchFamily="34" charset="0"/>
                <a:cs typeface="Arial" panose="020B0604020202020204" pitchFamily="34" charset="0"/>
              </a:rPr>
              <a:t>L = {l₁, l₂, ..., </a:t>
            </a:r>
            <a:r>
              <a:rPr lang="en-US" sz="1400" dirty="0" err="1">
                <a:latin typeface="Arial" panose="020B0604020202020204" pitchFamily="34" charset="0"/>
                <a:cs typeface="Arial" panose="020B0604020202020204" pitchFamily="34" charset="0"/>
              </a:rPr>
              <a:t>l_n</a:t>
            </a:r>
            <a:r>
              <a:rPr lang="en-US" sz="1400" dirty="0">
                <a:latin typeface="Arial" panose="020B0604020202020204" pitchFamily="34" charset="0"/>
                <a:cs typeface="Arial" panose="020B0604020202020204" pitchFamily="34" charset="0"/>
              </a:rPr>
              <a:t>} : 					Set of Line Item Numbers (LINs)</a:t>
            </a:r>
          </a:p>
          <a:p>
            <a:pPr>
              <a:lnSpc>
                <a:spcPct val="100000"/>
              </a:lnSpc>
              <a:spcBef>
                <a:spcPts val="0"/>
              </a:spcBef>
            </a:pPr>
            <a:r>
              <a:rPr lang="en-US" sz="1400" dirty="0">
                <a:latin typeface="Arial" panose="020B0604020202020204" pitchFamily="34" charset="0"/>
                <a:cs typeface="Arial" panose="020B0604020202020204" pitchFamily="34" charset="0"/>
              </a:rPr>
              <a:t>U = {u₁, u₂, ..., </a:t>
            </a:r>
            <a:r>
              <a:rPr lang="en-US" sz="1400" dirty="0" err="1">
                <a:latin typeface="Arial" panose="020B0604020202020204" pitchFamily="34" charset="0"/>
                <a:cs typeface="Arial" panose="020B0604020202020204" pitchFamily="34" charset="0"/>
              </a:rPr>
              <a:t>u_m</a:t>
            </a:r>
            <a:r>
              <a:rPr lang="en-US" sz="1400" dirty="0">
                <a:latin typeface="Arial" panose="020B0604020202020204" pitchFamily="34" charset="0"/>
                <a:cs typeface="Arial" panose="020B0604020202020204" pitchFamily="34" charset="0"/>
              </a:rPr>
              <a:t>} : 				Set of Unit Identification Codes (UICs)  </a:t>
            </a:r>
          </a:p>
          <a:p>
            <a:pPr>
              <a:lnSpc>
                <a:spcPct val="100000"/>
              </a:lnSpc>
              <a:spcBef>
                <a:spcPts val="0"/>
              </a:spcBef>
            </a:pPr>
            <a:r>
              <a:rPr lang="en-US" sz="1400" dirty="0">
                <a:latin typeface="Arial" panose="020B0604020202020204" pitchFamily="34" charset="0"/>
                <a:cs typeface="Arial" panose="020B0604020202020204" pitchFamily="34" charset="0"/>
              </a:rPr>
              <a:t>C = {1, 2, 3, 6} : 					Set of Components (AC, ARNG, USAR, APS)</a:t>
            </a:r>
          </a:p>
          <a:p>
            <a:pPr>
              <a:lnSpc>
                <a:spcPct val="100000"/>
              </a:lnSpc>
              <a:spcBef>
                <a:spcPts val="0"/>
              </a:spcBef>
            </a:pPr>
            <a:r>
              <a:rPr lang="en-US" sz="1400" dirty="0">
                <a:latin typeface="Arial" panose="020B0604020202020204" pitchFamily="34" charset="0"/>
                <a:cs typeface="Arial" panose="020B0604020202020204" pitchFamily="34" charset="0"/>
              </a:rPr>
              <a:t>D = {d₁, d₂, ..., </a:t>
            </a:r>
            <a:r>
              <a:rPr lang="en-US" sz="1400" dirty="0" err="1">
                <a:latin typeface="Arial" panose="020B0604020202020204" pitchFamily="34" charset="0"/>
                <a:cs typeface="Arial" panose="020B0604020202020204" pitchFamily="34" charset="0"/>
              </a:rPr>
              <a:t>d_t</a:t>
            </a:r>
            <a:r>
              <a:rPr lang="en-US" sz="1400" dirty="0">
                <a:latin typeface="Arial" panose="020B0604020202020204" pitchFamily="34" charset="0"/>
                <a:cs typeface="Arial" panose="020B0604020202020204" pitchFamily="34" charset="0"/>
              </a:rPr>
              <a:t>} : 				Set of Fiscal Years</a:t>
            </a:r>
          </a:p>
          <a:p>
            <a:pPr>
              <a:lnSpc>
                <a:spcPct val="100000"/>
              </a:lnSpc>
              <a:spcBef>
                <a:spcPts val="0"/>
              </a:spcBef>
            </a:pPr>
            <a:r>
              <a:rPr lang="en-US" sz="1400" dirty="0">
                <a:latin typeface="Arial" panose="020B0604020202020204" pitchFamily="34" charset="0"/>
                <a:cs typeface="Arial" panose="020B0604020202020204" pitchFamily="34" charset="0"/>
              </a:rPr>
              <a:t>E = {P, A} : 					Set of Equipment Readiness Codes</a:t>
            </a:r>
          </a:p>
        </p:txBody>
      </p:sp>
    </p:spTree>
    <p:extLst>
      <p:ext uri="{BB962C8B-B14F-4D97-AF65-F5344CB8AC3E}">
        <p14:creationId xmlns:p14="http://schemas.microsoft.com/office/powerpoint/2010/main" val="1134408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DC9A-D29C-08D8-D9EF-4ACC110C9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8ECCB-5873-9143-80FF-DAF235318E75}"/>
              </a:ext>
            </a:extLst>
          </p:cNvPr>
          <p:cNvSpPr>
            <a:spLocks noGrp="1"/>
          </p:cNvSpPr>
          <p:nvPr>
            <p:ph type="title"/>
          </p:nvPr>
        </p:nvSpPr>
        <p:spPr/>
        <p:txBody>
          <a:bodyPr>
            <a:normAutofit/>
          </a:bodyPr>
          <a:lstStyle/>
          <a:p>
            <a:r>
              <a:rPr lang="en-US" sz="4000" dirty="0"/>
              <a:t>NGRER SAS Optimization Algorithm Walkthrough</a:t>
            </a:r>
          </a:p>
        </p:txBody>
      </p:sp>
      <p:sp>
        <p:nvSpPr>
          <p:cNvPr id="6" name="Content Placeholder 2">
            <a:extLst>
              <a:ext uri="{FF2B5EF4-FFF2-40B4-BE49-F238E27FC236}">
                <a16:creationId xmlns:a16="http://schemas.microsoft.com/office/drawing/2014/main" id="{FB414718-A40E-DF18-B637-BD008DEF86E5}"/>
              </a:ext>
            </a:extLst>
          </p:cNvPr>
          <p:cNvSpPr txBox="1">
            <a:spLocks/>
          </p:cNvSpPr>
          <p:nvPr/>
        </p:nvSpPr>
        <p:spPr>
          <a:xfrm>
            <a:off x="838200" y="1690688"/>
            <a:ext cx="10515600" cy="3016210"/>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000" b="1" dirty="0">
                <a:latin typeface="Arial" panose="020B0604020202020204" pitchFamily="34" charset="0"/>
                <a:cs typeface="Arial" panose="020B0604020202020204" pitchFamily="34" charset="0"/>
              </a:rPr>
              <a:t>Step 2: Graph-Based Clustering for Problem Decomposition</a:t>
            </a:r>
          </a:p>
          <a:p>
            <a:pPr marL="0" indent="0">
              <a:lnSpc>
                <a:spcPct val="100000"/>
              </a:lnSpc>
              <a:spcBef>
                <a:spcPts val="0"/>
              </a:spcBef>
              <a:buNone/>
            </a:pPr>
            <a:endParaRPr lang="en-US" sz="16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2.1 Substitution Graph Construction:</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dirty="0">
                <a:latin typeface="Arial" panose="020B0604020202020204" pitchFamily="34" charset="0"/>
                <a:cs typeface="Arial" panose="020B0604020202020204" pitchFamily="34" charset="0"/>
              </a:rPr>
              <a:t>The system creates a bidirectional graph G = (V, E) where:</a:t>
            </a:r>
          </a:p>
          <a:p>
            <a:pPr>
              <a:lnSpc>
                <a:spcPct val="100000"/>
              </a:lnSpc>
              <a:spcBef>
                <a:spcPts val="0"/>
              </a:spcBef>
            </a:pPr>
            <a:r>
              <a:rPr lang="en-US" sz="1400" dirty="0">
                <a:latin typeface="Arial" panose="020B0604020202020204" pitchFamily="34" charset="0"/>
                <a:cs typeface="Arial" panose="020B0604020202020204" pitchFamily="34" charset="0"/>
              </a:rPr>
              <a:t>V = Set of LINs  </a:t>
            </a:r>
          </a:p>
          <a:p>
            <a:pPr>
              <a:lnSpc>
                <a:spcPct val="100000"/>
              </a:lnSpc>
              <a:spcBef>
                <a:spcPts val="0"/>
              </a:spcBef>
            </a:pPr>
            <a:r>
              <a:rPr lang="en-US" sz="1400" dirty="0">
                <a:latin typeface="Arial" panose="020B0604020202020204" pitchFamily="34" charset="0"/>
                <a:cs typeface="Arial" panose="020B0604020202020204" pitchFamily="34" charset="0"/>
              </a:rPr>
              <a:t>E = Set of substitution relationships 			Bidirectional Edges </a:t>
            </a:r>
          </a:p>
          <a:p>
            <a:pPr>
              <a:lnSpc>
                <a:spcPct val="100000"/>
              </a:lnSpc>
              <a:spcBef>
                <a:spcPts val="0"/>
              </a:spcBef>
            </a:pPr>
            <a:endParaRPr lang="en-US" sz="1400" dirty="0">
              <a:latin typeface="Arial" panose="020B0604020202020204" pitchFamily="34" charset="0"/>
              <a:cs typeface="Arial" panose="020B0604020202020204" pitchFamily="34" charset="0"/>
            </a:endParaRPr>
          </a:p>
          <a:p>
            <a:pPr marL="0" indent="0">
              <a:lnSpc>
                <a:spcPct val="100000"/>
              </a:lnSpc>
              <a:spcBef>
                <a:spcPts val="0"/>
              </a:spcBef>
              <a:buNone/>
            </a:pPr>
            <a:endParaRPr lang="en-US" sz="1400"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b="1" dirty="0">
                <a:latin typeface="Arial" panose="020B0604020202020204" pitchFamily="34" charset="0"/>
                <a:cs typeface="Arial" panose="020B0604020202020204" pitchFamily="34" charset="0"/>
              </a:rPr>
              <a:t>2.2 Connected Components Algorithm:</a:t>
            </a:r>
          </a:p>
          <a:p>
            <a:pPr marL="0" indent="0">
              <a:lnSpc>
                <a:spcPct val="100000"/>
              </a:lnSpc>
              <a:spcBef>
                <a:spcPts val="0"/>
              </a:spcBef>
              <a:buNone/>
            </a:pPr>
            <a:endParaRPr lang="en-US" sz="1400" b="1" dirty="0">
              <a:latin typeface="Arial" panose="020B0604020202020204" pitchFamily="34" charset="0"/>
              <a:cs typeface="Arial" panose="020B0604020202020204" pitchFamily="34" charset="0"/>
            </a:endParaRPr>
          </a:p>
          <a:p>
            <a:pPr marL="0" indent="0">
              <a:lnSpc>
                <a:spcPct val="100000"/>
              </a:lnSpc>
              <a:spcBef>
                <a:spcPts val="0"/>
              </a:spcBef>
              <a:buNone/>
            </a:pPr>
            <a:r>
              <a:rPr lang="en-US" sz="1400" dirty="0">
                <a:latin typeface="Arial" panose="020B0604020202020204" pitchFamily="34" charset="0"/>
                <a:cs typeface="Arial" panose="020B0604020202020204" pitchFamily="34" charset="0"/>
              </a:rPr>
              <a:t>Breadth-First Search </a:t>
            </a:r>
            <a:r>
              <a:rPr lang="en-US" sz="1400">
                <a:latin typeface="Arial" panose="020B0604020202020204" pitchFamily="34" charset="0"/>
                <a:cs typeface="Arial" panose="020B0604020202020204" pitchFamily="34" charset="0"/>
              </a:rPr>
              <a:t>Implementation:</a:t>
            </a:r>
          </a:p>
          <a:p>
            <a:pPr marL="0" indent="0">
              <a:lnSpc>
                <a:spcPct val="100000"/>
              </a:lnSpc>
              <a:spcBef>
                <a:spcPts val="0"/>
              </a:spcBef>
              <a:buNone/>
            </a:pPr>
            <a:endParaRPr lang="en-US"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2D72A55-B7D9-9FCE-132F-60318F57484A}"/>
              </a:ext>
            </a:extLst>
          </p:cNvPr>
          <p:cNvSpPr txBox="1"/>
          <p:nvPr/>
        </p:nvSpPr>
        <p:spPr>
          <a:xfrm>
            <a:off x="8469747" y="2585364"/>
            <a:ext cx="3029527" cy="861774"/>
          </a:xfrm>
          <a:prstGeom prst="rect">
            <a:avLst/>
          </a:prstGeom>
          <a:solidFill>
            <a:schemeClr val="tx2">
              <a:lumMod val="25000"/>
              <a:lumOff val="75000"/>
            </a:schemeClr>
          </a:solidFill>
        </p:spPr>
        <p:txBody>
          <a:bodyPr wrap="square">
            <a:spAutoFit/>
          </a:bodyPr>
          <a:lstStyle/>
          <a:p>
            <a:pPr marL="0" indent="0">
              <a:lnSpc>
                <a:spcPct val="100000"/>
              </a:lnSpc>
              <a:spcBef>
                <a:spcPts val="0"/>
              </a:spcBef>
              <a:buNone/>
            </a:pPr>
            <a:r>
              <a:rPr lang="en-US" sz="1000" dirty="0">
                <a:latin typeface="Arial" panose="020B0604020202020204" pitchFamily="34" charset="0"/>
                <a:cs typeface="Arial" panose="020B0604020202020204" pitchFamily="34" charset="0"/>
              </a:rPr>
              <a:t>create table arcs_2 as</a:t>
            </a:r>
          </a:p>
          <a:p>
            <a:pPr marL="0" indent="0">
              <a:lnSpc>
                <a:spcPct val="100000"/>
              </a:lnSpc>
              <a:spcBef>
                <a:spcPts val="0"/>
              </a:spcBef>
              <a:buNone/>
            </a:pPr>
            <a:r>
              <a:rPr lang="en-US" sz="1000" dirty="0">
                <a:latin typeface="Arial" panose="020B0604020202020204" pitchFamily="34" charset="0"/>
                <a:cs typeface="Arial" panose="020B0604020202020204" pitchFamily="34" charset="0"/>
              </a:rPr>
              <a:t>select (</a:t>
            </a:r>
            <a:r>
              <a:rPr lang="en-US" sz="1000" dirty="0" err="1">
                <a:latin typeface="Arial" panose="020B0604020202020204" pitchFamily="34" charset="0"/>
                <a:cs typeface="Arial" panose="020B0604020202020204" pitchFamily="34" charset="0"/>
              </a:rPr>
              <a:t>a.lins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b.nodes</a:t>
            </a:r>
            <a:r>
              <a:rPr lang="en-US" sz="1000" dirty="0">
                <a:latin typeface="Arial" panose="020B0604020202020204" pitchFamily="34" charset="0"/>
                <a:cs typeface="Arial" panose="020B0604020202020204" pitchFamily="34" charset="0"/>
              </a:rPr>
              <a:t>) as </a:t>
            </a:r>
            <a:r>
              <a:rPr lang="en-US" sz="1000" dirty="0" err="1">
                <a:latin typeface="Arial" panose="020B0604020202020204" pitchFamily="34" charset="0"/>
                <a:cs typeface="Arial" panose="020B0604020202020204" pitchFamily="34" charset="0"/>
              </a:rPr>
              <a:t>sublins</a:t>
            </a:r>
            <a:r>
              <a:rPr lang="en-US" sz="1000" dirty="0">
                <a:latin typeface="Arial" panose="020B0604020202020204" pitchFamily="34" charset="0"/>
                <a:cs typeface="Arial" panose="020B0604020202020204" pitchFamily="34" charset="0"/>
              </a:rPr>
              <a:t> from arcs_1 as a </a:t>
            </a:r>
          </a:p>
          <a:p>
            <a:pPr marL="0" indent="0">
              <a:lnSpc>
                <a:spcPct val="100000"/>
              </a:lnSpc>
              <a:spcBef>
                <a:spcPts val="0"/>
              </a:spcBef>
              <a:buNone/>
            </a:pPr>
            <a:r>
              <a:rPr lang="en-US" sz="1000" dirty="0">
                <a:latin typeface="Arial" panose="020B0604020202020204" pitchFamily="34" charset="0"/>
                <a:cs typeface="Arial" panose="020B0604020202020204" pitchFamily="34" charset="0"/>
              </a:rPr>
              <a:t>inner join nodes as b on </a:t>
            </a:r>
            <a:r>
              <a:rPr lang="en-US" sz="1000" dirty="0" err="1">
                <a:latin typeface="Arial" panose="020B0604020202020204" pitchFamily="34" charset="0"/>
                <a:cs typeface="Arial" panose="020B0604020202020204" pitchFamily="34" charset="0"/>
              </a:rPr>
              <a:t>a.sublins</a:t>
            </a:r>
            <a:r>
              <a:rPr lang="en-US" sz="1000" dirty="0">
                <a:latin typeface="Arial" panose="020B0604020202020204" pitchFamily="34" charset="0"/>
                <a:cs typeface="Arial" panose="020B0604020202020204" pitchFamily="34" charset="0"/>
              </a:rPr>
              <a:t> = </a:t>
            </a:r>
            <a:r>
              <a:rPr lang="en-US" sz="1000" dirty="0" err="1">
                <a:latin typeface="Arial" panose="020B0604020202020204" pitchFamily="34" charset="0"/>
                <a:cs typeface="Arial" panose="020B0604020202020204" pitchFamily="34" charset="0"/>
              </a:rPr>
              <a:t>b.lins</a:t>
            </a:r>
            <a:r>
              <a:rPr lang="en-US" sz="1000" dirty="0">
                <a:latin typeface="Arial" panose="020B0604020202020204" pitchFamily="34" charset="0"/>
                <a:cs typeface="Arial" panose="020B0604020202020204" pitchFamily="34" charset="0"/>
              </a:rPr>
              <a:t>;</a:t>
            </a:r>
          </a:p>
          <a:p>
            <a:pPr marL="0" indent="0">
              <a:lnSpc>
                <a:spcPct val="100000"/>
              </a:lnSpc>
              <a:spcBef>
                <a:spcPts val="0"/>
              </a:spcBef>
              <a:buNone/>
            </a:pPr>
            <a:r>
              <a:rPr lang="en-US" sz="1000" dirty="0">
                <a:latin typeface="Arial" panose="020B0604020202020204" pitchFamily="34" charset="0"/>
                <a:cs typeface="Arial" panose="020B0604020202020204" pitchFamily="34" charset="0"/>
              </a:rPr>
              <a:t>insert into arcs</a:t>
            </a:r>
          </a:p>
          <a:p>
            <a:pPr marL="0" indent="0">
              <a:lnSpc>
                <a:spcPct val="100000"/>
              </a:lnSpc>
              <a:spcBef>
                <a:spcPts val="0"/>
              </a:spcBef>
              <a:buNone/>
            </a:pPr>
            <a:r>
              <a:rPr lang="en-US" sz="1000" dirty="0">
                <a:latin typeface="Arial" panose="020B0604020202020204" pitchFamily="34" charset="0"/>
                <a:cs typeface="Arial" panose="020B0604020202020204" pitchFamily="34" charset="0"/>
              </a:rPr>
              <a:t>select (</a:t>
            </a:r>
            <a:r>
              <a:rPr lang="en-US" sz="1000" dirty="0" err="1">
                <a:latin typeface="Arial" panose="020B0604020202020204" pitchFamily="34" charset="0"/>
                <a:cs typeface="Arial" panose="020B0604020202020204" pitchFamily="34" charset="0"/>
              </a:rPr>
              <a:t>sublins</a:t>
            </a:r>
            <a:r>
              <a:rPr lang="en-US" sz="1000" dirty="0">
                <a:latin typeface="Arial" panose="020B0604020202020204" pitchFamily="34" charset="0"/>
                <a:cs typeface="Arial" panose="020B0604020202020204" pitchFamily="34" charset="0"/>
              </a:rPr>
              <a:t> as </a:t>
            </a:r>
            <a:r>
              <a:rPr lang="en-US" sz="1000" dirty="0" err="1">
                <a:latin typeface="Arial" panose="020B0604020202020204" pitchFamily="34" charset="0"/>
                <a:cs typeface="Arial" panose="020B0604020202020204" pitchFamily="34" charset="0"/>
              </a:rPr>
              <a:t>lins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lins</a:t>
            </a:r>
            <a:r>
              <a:rPr lang="en-US" sz="1000" dirty="0">
                <a:latin typeface="Arial" panose="020B0604020202020204" pitchFamily="34" charset="0"/>
                <a:cs typeface="Arial" panose="020B0604020202020204" pitchFamily="34" charset="0"/>
              </a:rPr>
              <a:t> as </a:t>
            </a:r>
            <a:r>
              <a:rPr lang="en-US" sz="1000" dirty="0" err="1">
                <a:latin typeface="Arial" panose="020B0604020202020204" pitchFamily="34" charset="0"/>
                <a:cs typeface="Arial" panose="020B0604020202020204" pitchFamily="34" charset="0"/>
              </a:rPr>
              <a:t>sublins</a:t>
            </a:r>
            <a:r>
              <a:rPr lang="en-US" sz="1000" dirty="0">
                <a:latin typeface="Arial" panose="020B0604020202020204" pitchFamily="34" charset="0"/>
                <a:cs typeface="Arial" panose="020B0604020202020204" pitchFamily="34" charset="0"/>
              </a:rPr>
              <a:t>) from arcs_2;  </a:t>
            </a:r>
          </a:p>
        </p:txBody>
      </p:sp>
    </p:spTree>
    <p:extLst>
      <p:ext uri="{BB962C8B-B14F-4D97-AF65-F5344CB8AC3E}">
        <p14:creationId xmlns:p14="http://schemas.microsoft.com/office/powerpoint/2010/main" val="7819895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54eecc5-e26c-4620-b240-5a8bb326c33d}" enabled="1" method="Privileged" siteId="{fae6d70f-954b-4811-92b6-0530d6f84c43}" contentBits="0" removed="0"/>
</clbl:labelList>
</file>

<file path=docProps/app.xml><?xml version="1.0" encoding="utf-8"?>
<Properties xmlns="http://schemas.openxmlformats.org/officeDocument/2006/extended-properties" xmlns:vt="http://schemas.openxmlformats.org/officeDocument/2006/docPropsVTypes">
  <TotalTime>445</TotalTime>
  <Words>3676</Words>
  <Application>Microsoft Office PowerPoint</Application>
  <PresentationFormat>Widescreen</PresentationFormat>
  <Paragraphs>463</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Wingdings 2</vt:lpstr>
      <vt:lpstr>Office Theme</vt:lpstr>
      <vt:lpstr>NGRER SAS to R Transition</vt:lpstr>
      <vt:lpstr>NGRER SAS Optimization System - Current</vt:lpstr>
      <vt:lpstr>NGRER SAS Optimization System - Current</vt:lpstr>
      <vt:lpstr>NGRER SAS Optimization System - Current</vt:lpstr>
      <vt:lpstr>NGRER SAS Optimization System - Current</vt:lpstr>
      <vt:lpstr>NGRER SAS to R – POAM (Overview)</vt:lpstr>
      <vt:lpstr>NGRER SAS to R – POAM (Overview)</vt:lpstr>
      <vt:lpstr>NGRER SAS to R – POAM (Phase 1)</vt:lpstr>
      <vt:lpstr>NGRER SAS to R – POAM (Phase 2)</vt:lpstr>
      <vt:lpstr>NGRER SAS to R – POAM (Phase 2.5)</vt:lpstr>
      <vt:lpstr>NGRER SAS to R – POAM (Phase 3)</vt:lpstr>
      <vt:lpstr>NGRER SAS to R – POAM (Phase 4)</vt:lpstr>
      <vt:lpstr>NGRER SAS to R – POAM (Phase 5)</vt:lpstr>
      <vt:lpstr>NGRER SAS to R – POAM (Phase 6)</vt:lpstr>
      <vt:lpstr>NGRER SAS to R – POAM (Potential Follow-on)</vt:lpstr>
      <vt:lpstr>NGRER SAS Optimization Algorithm Walkthrough</vt:lpstr>
      <vt:lpstr>NGRER SAS Optimization Algorithm Walkthrough</vt:lpstr>
      <vt:lpstr>NGRER SAS Optimization Algorithm Walkthrough</vt:lpstr>
      <vt:lpstr>NGRER SAS Optimization Algorithm Walkthrough</vt:lpstr>
      <vt:lpstr>NGRER SAS Optimization Algorithm Walkthrough</vt:lpstr>
      <vt:lpstr>NGRER SAS Optimization Algorithm Walkthrough</vt:lpstr>
      <vt:lpstr>NGRER SAS Optimization Algorithm Walkthrough</vt:lpstr>
      <vt:lpstr>NGRER SAS Optimization Algorithm Walkthrough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Pruitt, Joseph Jackson (Joe) CTR USARMY HQDA DCS G-8 (USA)</dc:creator>
  <cp:lastModifiedBy>Pruitt, Joseph Jackson (Joe) CTR USARMY HQDA DCS G-8 (USA)</cp:lastModifiedBy>
  <cp:revision>5</cp:revision>
  <dcterms:created xsi:type="dcterms:W3CDTF">2025-11-17T19:45:19Z</dcterms:created>
  <dcterms:modified xsi:type="dcterms:W3CDTF">2025-11-20T16:06:12Z</dcterms:modified>
</cp:coreProperties>
</file>